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1 Bold" charset="1" panose="020B0806030504020204"/>
      <p:regular r:id="rId21"/>
    </p:embeddedFont>
    <p:embeddedFont>
      <p:font typeface="Open Sans 1" charset="1" panose="020B0606030504020204"/>
      <p:regular r:id="rId22"/>
    </p:embeddedFont>
    <p:embeddedFont>
      <p:font typeface="Cristik" charset="1" panose="02000503000000000000"/>
      <p:regular r:id="rId23"/>
    </p:embeddedFont>
    <p:embeddedFont>
      <p:font typeface="Open Sans 2" charset="1" panose="00000000000000000000"/>
      <p:regular r:id="rId24"/>
    </p:embeddedFont>
    <p:embeddedFont>
      <p:font typeface="Open Sans 2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13" Target="../media/image3.png" Type="http://schemas.openxmlformats.org/officeDocument/2006/relationships/image"/><Relationship Id="rId14" Target="../media/image4.png" Type="http://schemas.openxmlformats.org/officeDocument/2006/relationships/image"/><Relationship Id="rId15" Target="../media/image5.png" Type="http://schemas.openxmlformats.org/officeDocument/2006/relationships/image"/><Relationship Id="rId16" Target="../media/image6.svg" Type="http://schemas.openxmlformats.org/officeDocument/2006/relationships/image"/><Relationship Id="rId2" Target="../media/image14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3.png" Type="http://schemas.openxmlformats.org/officeDocument/2006/relationships/image"/><Relationship Id="rId12" Target="../media/image4.pn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3.png" Type="http://schemas.openxmlformats.org/officeDocument/2006/relationships/image"/><Relationship Id="rId12" Target="../media/image4.pn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3.png" Type="http://schemas.openxmlformats.org/officeDocument/2006/relationships/image"/><Relationship Id="rId12" Target="../media/image4.pn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3.png" Type="http://schemas.openxmlformats.org/officeDocument/2006/relationships/image"/><Relationship Id="rId12" Target="../media/image4.pn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3.png" Type="http://schemas.openxmlformats.org/officeDocument/2006/relationships/image"/><Relationship Id="rId12" Target="../media/image4.pn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36682" y="-242357"/>
            <a:ext cx="12829283" cy="2975649"/>
            <a:chOff x="0" y="0"/>
            <a:chExt cx="3378906" cy="783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8906" cy="783710"/>
            </a:xfrm>
            <a:custGeom>
              <a:avLst/>
              <a:gdLst/>
              <a:ahLst/>
              <a:cxnLst/>
              <a:rect r="r" b="b" t="t" l="l"/>
              <a:pathLst>
                <a:path h="783710" w="3378906">
                  <a:moveTo>
                    <a:pt x="30776" y="0"/>
                  </a:moveTo>
                  <a:lnTo>
                    <a:pt x="3348129" y="0"/>
                  </a:lnTo>
                  <a:cubicBezTo>
                    <a:pt x="3356292" y="0"/>
                    <a:pt x="3364120" y="3242"/>
                    <a:pt x="3369892" y="9014"/>
                  </a:cubicBezTo>
                  <a:cubicBezTo>
                    <a:pt x="3375663" y="14786"/>
                    <a:pt x="3378906" y="22614"/>
                    <a:pt x="3378906" y="30776"/>
                  </a:cubicBezTo>
                  <a:lnTo>
                    <a:pt x="3378906" y="752934"/>
                  </a:lnTo>
                  <a:cubicBezTo>
                    <a:pt x="3378906" y="769931"/>
                    <a:pt x="3365127" y="783710"/>
                    <a:pt x="3348129" y="783710"/>
                  </a:cubicBezTo>
                  <a:lnTo>
                    <a:pt x="30776" y="783710"/>
                  </a:lnTo>
                  <a:cubicBezTo>
                    <a:pt x="22614" y="783710"/>
                    <a:pt x="14786" y="780468"/>
                    <a:pt x="9014" y="774696"/>
                  </a:cubicBezTo>
                  <a:cubicBezTo>
                    <a:pt x="3242" y="768924"/>
                    <a:pt x="0" y="761096"/>
                    <a:pt x="0" y="752934"/>
                  </a:cubicBezTo>
                  <a:lnTo>
                    <a:pt x="0" y="30776"/>
                  </a:lnTo>
                  <a:cubicBezTo>
                    <a:pt x="0" y="22614"/>
                    <a:pt x="3242" y="14786"/>
                    <a:pt x="9014" y="9014"/>
                  </a:cubicBezTo>
                  <a:cubicBezTo>
                    <a:pt x="14786" y="3242"/>
                    <a:pt x="22614" y="0"/>
                    <a:pt x="3077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78906" cy="821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03617" y="436624"/>
            <a:ext cx="6168518" cy="1518998"/>
          </a:xfrm>
          <a:custGeom>
            <a:avLst/>
            <a:gdLst/>
            <a:ahLst/>
            <a:cxnLst/>
            <a:rect r="r" b="b" t="t" l="l"/>
            <a:pathLst>
              <a:path h="1518998" w="6168518">
                <a:moveTo>
                  <a:pt x="0" y="0"/>
                </a:moveTo>
                <a:lnTo>
                  <a:pt x="6168518" y="0"/>
                </a:lnTo>
                <a:lnTo>
                  <a:pt x="6168518" y="1518998"/>
                </a:lnTo>
                <a:lnTo>
                  <a:pt x="0" y="1518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87753" y="4190755"/>
            <a:ext cx="6984383" cy="4254124"/>
          </a:xfrm>
          <a:custGeom>
            <a:avLst/>
            <a:gdLst/>
            <a:ahLst/>
            <a:cxnLst/>
            <a:rect r="r" b="b" t="t" l="l"/>
            <a:pathLst>
              <a:path h="4254124" w="6984383">
                <a:moveTo>
                  <a:pt x="0" y="0"/>
                </a:moveTo>
                <a:lnTo>
                  <a:pt x="6984382" y="0"/>
                </a:lnTo>
                <a:lnTo>
                  <a:pt x="6984382" y="4254124"/>
                </a:lnTo>
                <a:lnTo>
                  <a:pt x="0" y="4254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6230" y="474724"/>
            <a:ext cx="9486371" cy="185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SISTEMA DE GESTIÓN DE BIBLIOTECA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292021"/>
            <a:ext cx="4420912" cy="768130"/>
            <a:chOff x="0" y="0"/>
            <a:chExt cx="5894550" cy="1024173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61944"/>
              <a:ext cx="5894550" cy="900285"/>
              <a:chOff x="0" y="0"/>
              <a:chExt cx="1040845" cy="15897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0845" cy="158970"/>
              </a:xfrm>
              <a:custGeom>
                <a:avLst/>
                <a:gdLst/>
                <a:ahLst/>
                <a:cxnLst/>
                <a:rect r="r" b="b" t="t" l="l"/>
                <a:pathLst>
                  <a:path h="158970" w="1040845">
                    <a:moveTo>
                      <a:pt x="79485" y="0"/>
                    </a:moveTo>
                    <a:lnTo>
                      <a:pt x="961360" y="0"/>
                    </a:lnTo>
                    <a:cubicBezTo>
                      <a:pt x="1005258" y="0"/>
                      <a:pt x="1040845" y="35587"/>
                      <a:pt x="1040845" y="79485"/>
                    </a:cubicBezTo>
                    <a:lnTo>
                      <a:pt x="1040845" y="79485"/>
                    </a:lnTo>
                    <a:cubicBezTo>
                      <a:pt x="1040845" y="123383"/>
                      <a:pt x="1005258" y="158970"/>
                      <a:pt x="961360" y="158970"/>
                    </a:cubicBezTo>
                    <a:lnTo>
                      <a:pt x="79485" y="158970"/>
                    </a:lnTo>
                    <a:cubicBezTo>
                      <a:pt x="35587" y="158970"/>
                      <a:pt x="0" y="123383"/>
                      <a:pt x="0" y="79485"/>
                    </a:cubicBezTo>
                    <a:lnTo>
                      <a:pt x="0" y="79485"/>
                    </a:lnTo>
                    <a:cubicBezTo>
                      <a:pt x="0" y="35587"/>
                      <a:pt x="35587" y="0"/>
                      <a:pt x="79485" y="0"/>
                    </a:cubicBezTo>
                    <a:close/>
                  </a:path>
                </a:pathLst>
              </a:custGeom>
              <a:solidFill>
                <a:srgbClr val="143947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0845" cy="1970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73" cy="1024173"/>
            </a:xfrm>
            <a:custGeom>
              <a:avLst/>
              <a:gdLst/>
              <a:ahLst/>
              <a:cxnLst/>
              <a:rect r="r" b="b" t="t" l="l"/>
              <a:pathLst>
                <a:path h="1024173" w="1024173">
                  <a:moveTo>
                    <a:pt x="0" y="0"/>
                  </a:moveTo>
                  <a:lnTo>
                    <a:pt x="1024173" y="0"/>
                  </a:lnTo>
                  <a:lnTo>
                    <a:pt x="1024173" y="1024173"/>
                  </a:lnTo>
                  <a:lnTo>
                    <a:pt x="0" y="1024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181547" y="243699"/>
              <a:ext cx="4402742" cy="555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8"/>
                </a:lnSpc>
              </a:pPr>
              <a:r>
                <a:rPr lang="en-US" b="true" sz="2832" spc="121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Presentado por: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690826" y="4459441"/>
            <a:ext cx="5132441" cy="45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3132" spc="134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CHURRASCO DINÁMICO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2373" y="6710978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Integrantes: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24861" y="8092053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Manuel Huenchullán.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4861" y="7190558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>
                <a:solidFill>
                  <a:srgbClr val="FF3131"/>
                </a:solidFill>
                <a:latin typeface="Open Sans 1"/>
                <a:ea typeface="Open Sans 1"/>
                <a:cs typeface="Open Sans 1"/>
                <a:sym typeface="Open Sans 1"/>
              </a:rPr>
              <a:t>Benjamín Moya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24861" y="7605413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Jean Lefiman.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4861" y="6738370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Corina Urrutia.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2373" y="6221459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Sección: </a:t>
            </a:r>
            <a:r>
              <a:rPr lang="en-US" sz="2795" spc="12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008D.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2373" y="5679276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Docente: </a:t>
            </a:r>
            <a:r>
              <a:rPr lang="en-US" sz="2795" spc="12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Mallen González.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23113" y="9928123"/>
            <a:ext cx="5285626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b="true" sz="2300" spc="98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Fecha:        26-05-2026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24861" y="8505502"/>
            <a:ext cx="6423333" cy="39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795" spc="12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Sebastián Pinto.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373" y="2852603"/>
            <a:ext cx="3097993" cy="99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399">
                <a:solidFill>
                  <a:srgbClr val="401F71"/>
                </a:solidFill>
                <a:latin typeface="Cristik"/>
                <a:ea typeface="Cristik"/>
                <a:cs typeface="Cristik"/>
                <a:sym typeface="Cristik"/>
              </a:rPr>
              <a:t>UNILIB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581102" y="-3631993"/>
            <a:ext cx="2447184" cy="9321387"/>
            <a:chOff x="0" y="0"/>
            <a:chExt cx="644526" cy="245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4526" cy="2455015"/>
            </a:xfrm>
            <a:custGeom>
              <a:avLst/>
              <a:gdLst/>
              <a:ahLst/>
              <a:cxnLst/>
              <a:rect r="r" b="b" t="t" l="l"/>
              <a:pathLst>
                <a:path h="2455015" w="644526">
                  <a:moveTo>
                    <a:pt x="161344" y="0"/>
                  </a:moveTo>
                  <a:lnTo>
                    <a:pt x="483182" y="0"/>
                  </a:lnTo>
                  <a:cubicBezTo>
                    <a:pt x="525973" y="0"/>
                    <a:pt x="567011" y="16999"/>
                    <a:pt x="597269" y="47257"/>
                  </a:cubicBezTo>
                  <a:cubicBezTo>
                    <a:pt x="627527" y="77514"/>
                    <a:pt x="644526" y="118553"/>
                    <a:pt x="644526" y="161344"/>
                  </a:cubicBezTo>
                  <a:lnTo>
                    <a:pt x="644526" y="2293672"/>
                  </a:lnTo>
                  <a:cubicBezTo>
                    <a:pt x="644526" y="2336463"/>
                    <a:pt x="627527" y="2377501"/>
                    <a:pt x="597269" y="2407759"/>
                  </a:cubicBezTo>
                  <a:cubicBezTo>
                    <a:pt x="567011" y="2438017"/>
                    <a:pt x="525973" y="2455015"/>
                    <a:pt x="483182" y="2455015"/>
                  </a:cubicBezTo>
                  <a:lnTo>
                    <a:pt x="161344" y="2455015"/>
                  </a:lnTo>
                  <a:cubicBezTo>
                    <a:pt x="118553" y="2455015"/>
                    <a:pt x="77514" y="2438017"/>
                    <a:pt x="47257" y="2407759"/>
                  </a:cubicBezTo>
                  <a:cubicBezTo>
                    <a:pt x="16999" y="2377501"/>
                    <a:pt x="0" y="2336463"/>
                    <a:pt x="0" y="2293672"/>
                  </a:cubicBezTo>
                  <a:lnTo>
                    <a:pt x="0" y="161344"/>
                  </a:lnTo>
                  <a:cubicBezTo>
                    <a:pt x="0" y="118553"/>
                    <a:pt x="16999" y="77514"/>
                    <a:pt x="47257" y="47257"/>
                  </a:cubicBezTo>
                  <a:cubicBezTo>
                    <a:pt x="77514" y="16999"/>
                    <a:pt x="118553" y="0"/>
                    <a:pt x="16134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4526" cy="2493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6700">
            <a:off x="3642192" y="4242753"/>
            <a:ext cx="4259386" cy="2944301"/>
          </a:xfrm>
          <a:custGeom>
            <a:avLst/>
            <a:gdLst/>
            <a:ahLst/>
            <a:cxnLst/>
            <a:rect r="r" b="b" t="t" l="l"/>
            <a:pathLst>
              <a:path h="2944301" w="4259386">
                <a:moveTo>
                  <a:pt x="0" y="0"/>
                </a:moveTo>
                <a:lnTo>
                  <a:pt x="4259387" y="0"/>
                </a:lnTo>
                <a:lnTo>
                  <a:pt x="4259387" y="2944301"/>
                </a:lnTo>
                <a:lnTo>
                  <a:pt x="0" y="29443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51111" y="580454"/>
            <a:ext cx="9486371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66800"/>
            <a:ext cx="9486371" cy="87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b="true" sz="6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61817"/>
            <a:ext cx="7676138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LA BIBLIOTECA CENTRAL DE LA UNIVERSIDAD NOS PIDE DESARROLLAR UN SISTEMA DE GESTION DE BIBLIOTECA, DEBIDO A QUE SUS PROCESOS ESTAN DESACTUALIZADOS.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29665" y="4703239"/>
            <a:ext cx="6711167" cy="87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b="true" sz="6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NECESIDAD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895007"/>
            <a:ext cx="6896832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6" indent="-269878" lvl="1">
              <a:lnSpc>
                <a:spcPts val="28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REDUCCIR TIEMPOS OPERATIVOS.</a:t>
            </a:r>
          </a:p>
          <a:p>
            <a:pPr algn="l" marL="539756" indent="-269878" lvl="1">
              <a:lnSpc>
                <a:spcPts val="28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AUTOMATIZAR ALERTAS DE DEVOLUCIÓN.</a:t>
            </a:r>
          </a:p>
          <a:p>
            <a:pPr algn="l" marL="539756" indent="-269878" lvl="1">
              <a:lnSpc>
                <a:spcPts val="28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CATÁLOGO EN LINEA.</a:t>
            </a:r>
          </a:p>
          <a:p>
            <a:pPr algn="l" marL="539756" indent="-269878" lvl="1">
              <a:lnSpc>
                <a:spcPts val="28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MAYOR DISPONIBILIDAD</a:t>
            </a:r>
            <a:r>
              <a:rPr lang="en-US" sz="25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pPr algn="l" marL="539756" indent="-269878" lvl="1">
              <a:lnSpc>
                <a:spcPts val="28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SINCRONIZACIÓN ACADÉMICA</a:t>
            </a:r>
          </a:p>
          <a:p>
            <a:pPr algn="l">
              <a:lnSpc>
                <a:spcPts val="285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09579" y="785788"/>
            <a:ext cx="9761967" cy="8787681"/>
          </a:xfrm>
          <a:custGeom>
            <a:avLst/>
            <a:gdLst/>
            <a:ahLst/>
            <a:cxnLst/>
            <a:rect r="r" b="b" t="t" l="l"/>
            <a:pathLst>
              <a:path h="8787681" w="9761967">
                <a:moveTo>
                  <a:pt x="0" y="0"/>
                </a:moveTo>
                <a:lnTo>
                  <a:pt x="9761968" y="0"/>
                </a:lnTo>
                <a:lnTo>
                  <a:pt x="9761968" y="8787680"/>
                </a:lnTo>
                <a:lnTo>
                  <a:pt x="0" y="8787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301823">
            <a:off x="4551743" y="5656392"/>
            <a:ext cx="3395975" cy="2347468"/>
          </a:xfrm>
          <a:custGeom>
            <a:avLst/>
            <a:gdLst/>
            <a:ahLst/>
            <a:cxnLst/>
            <a:rect r="r" b="b" t="t" l="l"/>
            <a:pathLst>
              <a:path h="2347468" w="3395975">
                <a:moveTo>
                  <a:pt x="3395975" y="0"/>
                </a:moveTo>
                <a:lnTo>
                  <a:pt x="0" y="0"/>
                </a:lnTo>
                <a:lnTo>
                  <a:pt x="0" y="2347468"/>
                </a:lnTo>
                <a:lnTo>
                  <a:pt x="3395975" y="2347468"/>
                </a:lnTo>
                <a:lnTo>
                  <a:pt x="339597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2980" y="3500674"/>
            <a:ext cx="1691535" cy="1476205"/>
          </a:xfrm>
          <a:custGeom>
            <a:avLst/>
            <a:gdLst/>
            <a:ahLst/>
            <a:cxnLst/>
            <a:rect r="r" b="b" t="t" l="l"/>
            <a:pathLst>
              <a:path h="1476205" w="1691535">
                <a:moveTo>
                  <a:pt x="0" y="0"/>
                </a:moveTo>
                <a:lnTo>
                  <a:pt x="1691535" y="0"/>
                </a:lnTo>
                <a:lnTo>
                  <a:pt x="1691535" y="1476205"/>
                </a:lnTo>
                <a:lnTo>
                  <a:pt x="0" y="1476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54515" y="3500674"/>
            <a:ext cx="1968032" cy="1207656"/>
          </a:xfrm>
          <a:custGeom>
            <a:avLst/>
            <a:gdLst/>
            <a:ahLst/>
            <a:cxnLst/>
            <a:rect r="r" b="b" t="t" l="l"/>
            <a:pathLst>
              <a:path h="1207656" w="1968032">
                <a:moveTo>
                  <a:pt x="0" y="0"/>
                </a:moveTo>
                <a:lnTo>
                  <a:pt x="1968032" y="0"/>
                </a:lnTo>
                <a:lnTo>
                  <a:pt x="1968032" y="1207656"/>
                </a:lnTo>
                <a:lnTo>
                  <a:pt x="0" y="1207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2980" y="4976879"/>
            <a:ext cx="1691535" cy="1312439"/>
          </a:xfrm>
          <a:custGeom>
            <a:avLst/>
            <a:gdLst/>
            <a:ahLst/>
            <a:cxnLst/>
            <a:rect r="r" b="b" t="t" l="l"/>
            <a:pathLst>
              <a:path h="1312439" w="1691535">
                <a:moveTo>
                  <a:pt x="0" y="0"/>
                </a:moveTo>
                <a:lnTo>
                  <a:pt x="1691535" y="0"/>
                </a:lnTo>
                <a:lnTo>
                  <a:pt x="1691535" y="1312439"/>
                </a:lnTo>
                <a:lnTo>
                  <a:pt x="0" y="1312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54515" y="4708330"/>
            <a:ext cx="1968032" cy="1372917"/>
          </a:xfrm>
          <a:custGeom>
            <a:avLst/>
            <a:gdLst/>
            <a:ahLst/>
            <a:cxnLst/>
            <a:rect r="r" b="b" t="t" l="l"/>
            <a:pathLst>
              <a:path h="1372917" w="1968032">
                <a:moveTo>
                  <a:pt x="0" y="0"/>
                </a:moveTo>
                <a:lnTo>
                  <a:pt x="1968032" y="0"/>
                </a:lnTo>
                <a:lnTo>
                  <a:pt x="1968032" y="1372917"/>
                </a:lnTo>
                <a:lnTo>
                  <a:pt x="0" y="13729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76099" y="6081247"/>
            <a:ext cx="1968032" cy="1082835"/>
          </a:xfrm>
          <a:custGeom>
            <a:avLst/>
            <a:gdLst/>
            <a:ahLst/>
            <a:cxnLst/>
            <a:rect r="r" b="b" t="t" l="l"/>
            <a:pathLst>
              <a:path h="1082835" w="1968032">
                <a:moveTo>
                  <a:pt x="0" y="0"/>
                </a:moveTo>
                <a:lnTo>
                  <a:pt x="1968032" y="0"/>
                </a:lnTo>
                <a:lnTo>
                  <a:pt x="1968032" y="1082835"/>
                </a:lnTo>
                <a:lnTo>
                  <a:pt x="0" y="10828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2980" y="6289318"/>
            <a:ext cx="1713119" cy="1494423"/>
          </a:xfrm>
          <a:custGeom>
            <a:avLst/>
            <a:gdLst/>
            <a:ahLst/>
            <a:cxnLst/>
            <a:rect r="r" b="b" t="t" l="l"/>
            <a:pathLst>
              <a:path h="1494423" w="1713119">
                <a:moveTo>
                  <a:pt x="0" y="0"/>
                </a:moveTo>
                <a:lnTo>
                  <a:pt x="1713119" y="0"/>
                </a:lnTo>
                <a:lnTo>
                  <a:pt x="1713119" y="1494423"/>
                </a:lnTo>
                <a:lnTo>
                  <a:pt x="0" y="1494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22547" y="3500674"/>
            <a:ext cx="1534449" cy="1339116"/>
          </a:xfrm>
          <a:custGeom>
            <a:avLst/>
            <a:gdLst/>
            <a:ahLst/>
            <a:cxnLst/>
            <a:rect r="r" b="b" t="t" l="l"/>
            <a:pathLst>
              <a:path h="1339116" w="1534449">
                <a:moveTo>
                  <a:pt x="0" y="0"/>
                </a:moveTo>
                <a:lnTo>
                  <a:pt x="1534449" y="0"/>
                </a:lnTo>
                <a:lnTo>
                  <a:pt x="1534449" y="1339116"/>
                </a:lnTo>
                <a:lnTo>
                  <a:pt x="0" y="13391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266644">
            <a:off x="4962400" y="7192247"/>
            <a:ext cx="2813685" cy="73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b="true" sz="3000">
                <a:solidFill>
                  <a:srgbClr val="143947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CASOS DE USO</a:t>
            </a:r>
          </a:p>
        </p:txBody>
      </p:sp>
      <p:sp>
        <p:nvSpPr>
          <p:cNvPr name="TextBox 12" id="12"/>
          <p:cNvSpPr txBox="true"/>
          <p:nvPr/>
        </p:nvSpPr>
        <p:spPr>
          <a:xfrm rot="266644">
            <a:off x="6467226" y="6620547"/>
            <a:ext cx="2174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b="true" sz="3000">
                <a:solidFill>
                  <a:srgbClr val="143947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7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469624" y="0"/>
            <a:ext cx="8271598" cy="2357674"/>
            <a:chOff x="0" y="0"/>
            <a:chExt cx="2178528" cy="6209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8528" cy="620951"/>
            </a:xfrm>
            <a:custGeom>
              <a:avLst/>
              <a:gdLst/>
              <a:ahLst/>
              <a:cxnLst/>
              <a:rect r="r" b="b" t="t" l="l"/>
              <a:pathLst>
                <a:path h="620951" w="2178528">
                  <a:moveTo>
                    <a:pt x="47734" y="0"/>
                  </a:moveTo>
                  <a:lnTo>
                    <a:pt x="2130794" y="0"/>
                  </a:lnTo>
                  <a:cubicBezTo>
                    <a:pt x="2143454" y="0"/>
                    <a:pt x="2155595" y="5029"/>
                    <a:pt x="2164547" y="13981"/>
                  </a:cubicBezTo>
                  <a:cubicBezTo>
                    <a:pt x="2173499" y="22933"/>
                    <a:pt x="2178528" y="35074"/>
                    <a:pt x="2178528" y="47734"/>
                  </a:cubicBezTo>
                  <a:lnTo>
                    <a:pt x="2178528" y="573217"/>
                  </a:lnTo>
                  <a:cubicBezTo>
                    <a:pt x="2178528" y="585877"/>
                    <a:pt x="2173499" y="598018"/>
                    <a:pt x="2164547" y="606970"/>
                  </a:cubicBezTo>
                  <a:cubicBezTo>
                    <a:pt x="2155595" y="615922"/>
                    <a:pt x="2143454" y="620951"/>
                    <a:pt x="2130794" y="620951"/>
                  </a:cubicBezTo>
                  <a:lnTo>
                    <a:pt x="47734" y="620951"/>
                  </a:lnTo>
                  <a:cubicBezTo>
                    <a:pt x="35074" y="620951"/>
                    <a:pt x="22933" y="615922"/>
                    <a:pt x="13981" y="606970"/>
                  </a:cubicBezTo>
                  <a:cubicBezTo>
                    <a:pt x="5029" y="598018"/>
                    <a:pt x="0" y="585877"/>
                    <a:pt x="0" y="573217"/>
                  </a:cubicBezTo>
                  <a:lnTo>
                    <a:pt x="0" y="47734"/>
                  </a:lnTo>
                  <a:cubicBezTo>
                    <a:pt x="0" y="35074"/>
                    <a:pt x="5029" y="22933"/>
                    <a:pt x="13981" y="13981"/>
                  </a:cubicBezTo>
                  <a:cubicBezTo>
                    <a:pt x="22933" y="5029"/>
                    <a:pt x="35074" y="0"/>
                    <a:pt x="4773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78528" cy="659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10172" y="329478"/>
            <a:ext cx="6631772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8858" y="1066800"/>
            <a:ext cx="5163760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ESCENARIOS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16638"/>
            <a:ext cx="2696952" cy="1397602"/>
          </a:xfrm>
          <a:custGeom>
            <a:avLst/>
            <a:gdLst/>
            <a:ahLst/>
            <a:cxnLst/>
            <a:rect r="r" b="b" t="t" l="l"/>
            <a:pathLst>
              <a:path h="1397602" w="2696952">
                <a:moveTo>
                  <a:pt x="0" y="0"/>
                </a:moveTo>
                <a:lnTo>
                  <a:pt x="2696952" y="0"/>
                </a:lnTo>
                <a:lnTo>
                  <a:pt x="2696952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69624" y="0"/>
            <a:ext cx="8271598" cy="2357674"/>
            <a:chOff x="0" y="0"/>
            <a:chExt cx="2178528" cy="620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528" cy="620951"/>
            </a:xfrm>
            <a:custGeom>
              <a:avLst/>
              <a:gdLst/>
              <a:ahLst/>
              <a:cxnLst/>
              <a:rect r="r" b="b" t="t" l="l"/>
              <a:pathLst>
                <a:path h="620951" w="2178528">
                  <a:moveTo>
                    <a:pt x="47734" y="0"/>
                  </a:moveTo>
                  <a:lnTo>
                    <a:pt x="2130794" y="0"/>
                  </a:lnTo>
                  <a:cubicBezTo>
                    <a:pt x="2143454" y="0"/>
                    <a:pt x="2155595" y="5029"/>
                    <a:pt x="2164547" y="13981"/>
                  </a:cubicBezTo>
                  <a:cubicBezTo>
                    <a:pt x="2173499" y="22933"/>
                    <a:pt x="2178528" y="35074"/>
                    <a:pt x="2178528" y="47734"/>
                  </a:cubicBezTo>
                  <a:lnTo>
                    <a:pt x="2178528" y="573217"/>
                  </a:lnTo>
                  <a:cubicBezTo>
                    <a:pt x="2178528" y="585877"/>
                    <a:pt x="2173499" y="598018"/>
                    <a:pt x="2164547" y="606970"/>
                  </a:cubicBezTo>
                  <a:cubicBezTo>
                    <a:pt x="2155595" y="615922"/>
                    <a:pt x="2143454" y="620951"/>
                    <a:pt x="2130794" y="620951"/>
                  </a:cubicBezTo>
                  <a:lnTo>
                    <a:pt x="47734" y="620951"/>
                  </a:lnTo>
                  <a:cubicBezTo>
                    <a:pt x="35074" y="620951"/>
                    <a:pt x="22933" y="615922"/>
                    <a:pt x="13981" y="606970"/>
                  </a:cubicBezTo>
                  <a:cubicBezTo>
                    <a:pt x="5029" y="598018"/>
                    <a:pt x="0" y="585877"/>
                    <a:pt x="0" y="573217"/>
                  </a:cubicBezTo>
                  <a:lnTo>
                    <a:pt x="0" y="47734"/>
                  </a:lnTo>
                  <a:cubicBezTo>
                    <a:pt x="0" y="35074"/>
                    <a:pt x="5029" y="22933"/>
                    <a:pt x="13981" y="13981"/>
                  </a:cubicBezTo>
                  <a:cubicBezTo>
                    <a:pt x="22933" y="5029"/>
                    <a:pt x="35074" y="0"/>
                    <a:pt x="4773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8528" cy="659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172" y="329478"/>
            <a:ext cx="6631772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8858" y="1066800"/>
            <a:ext cx="5163760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ESCENARIOS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814239"/>
            <a:ext cx="1555667" cy="1902505"/>
          </a:xfrm>
          <a:custGeom>
            <a:avLst/>
            <a:gdLst/>
            <a:ahLst/>
            <a:cxnLst/>
            <a:rect r="r" b="b" t="t" l="l"/>
            <a:pathLst>
              <a:path h="1902505" w="1555667">
                <a:moveTo>
                  <a:pt x="0" y="0"/>
                </a:moveTo>
                <a:lnTo>
                  <a:pt x="1555667" y="0"/>
                </a:lnTo>
                <a:lnTo>
                  <a:pt x="155566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52479" y="3416638"/>
            <a:ext cx="1100026" cy="1397602"/>
          </a:xfrm>
          <a:custGeom>
            <a:avLst/>
            <a:gdLst/>
            <a:ahLst/>
            <a:cxnLst/>
            <a:rect r="r" b="b" t="t" l="l"/>
            <a:pathLst>
              <a:path h="1397602" w="1100026">
                <a:moveTo>
                  <a:pt x="0" y="0"/>
                </a:moveTo>
                <a:lnTo>
                  <a:pt x="1100026" y="0"/>
                </a:lnTo>
                <a:lnTo>
                  <a:pt x="1100026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9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89016" y="4814239"/>
            <a:ext cx="1925086" cy="1902505"/>
          </a:xfrm>
          <a:custGeom>
            <a:avLst/>
            <a:gdLst/>
            <a:ahLst/>
            <a:cxnLst/>
            <a:rect r="r" b="b" t="t" l="l"/>
            <a:pathLst>
              <a:path h="1902505" w="1925086">
                <a:moveTo>
                  <a:pt x="0" y="0"/>
                </a:moveTo>
                <a:lnTo>
                  <a:pt x="1925087" y="0"/>
                </a:lnTo>
                <a:lnTo>
                  <a:pt x="192508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72935" y="6918914"/>
            <a:ext cx="1318335" cy="1397602"/>
          </a:xfrm>
          <a:custGeom>
            <a:avLst/>
            <a:gdLst/>
            <a:ahLst/>
            <a:cxnLst/>
            <a:rect r="r" b="b" t="t" l="l"/>
            <a:pathLst>
              <a:path h="1397602" w="1318335">
                <a:moveTo>
                  <a:pt x="0" y="0"/>
                </a:moveTo>
                <a:lnTo>
                  <a:pt x="1318334" y="0"/>
                </a:lnTo>
                <a:lnTo>
                  <a:pt x="1318334" y="1397602"/>
                </a:lnTo>
                <a:lnTo>
                  <a:pt x="0" y="1397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86261" y="3635011"/>
            <a:ext cx="9373039" cy="4397060"/>
          </a:xfrm>
          <a:custGeom>
            <a:avLst/>
            <a:gdLst/>
            <a:ahLst/>
            <a:cxnLst/>
            <a:rect r="r" b="b" t="t" l="l"/>
            <a:pathLst>
              <a:path h="4397060" w="9373039">
                <a:moveTo>
                  <a:pt x="0" y="0"/>
                </a:moveTo>
                <a:lnTo>
                  <a:pt x="9373039" y="0"/>
                </a:lnTo>
                <a:lnTo>
                  <a:pt x="9373039" y="4397061"/>
                </a:lnTo>
                <a:lnTo>
                  <a:pt x="0" y="4397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" t="-11349" r="-1147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954523">
            <a:off x="3954362" y="1915465"/>
            <a:ext cx="4343357" cy="3002346"/>
          </a:xfrm>
          <a:custGeom>
            <a:avLst/>
            <a:gdLst/>
            <a:ahLst/>
            <a:cxnLst/>
            <a:rect r="r" b="b" t="t" l="l"/>
            <a:pathLst>
              <a:path h="3002346" w="4343357">
                <a:moveTo>
                  <a:pt x="0" y="3002345"/>
                </a:moveTo>
                <a:lnTo>
                  <a:pt x="4343358" y="3002345"/>
                </a:lnTo>
                <a:lnTo>
                  <a:pt x="4343358" y="0"/>
                </a:lnTo>
                <a:lnTo>
                  <a:pt x="0" y="0"/>
                </a:lnTo>
                <a:lnTo>
                  <a:pt x="0" y="300234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232496" y="2812422"/>
            <a:ext cx="46488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REGISTRAR USUARIOS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16638"/>
            <a:ext cx="2696952" cy="1397602"/>
          </a:xfrm>
          <a:custGeom>
            <a:avLst/>
            <a:gdLst/>
            <a:ahLst/>
            <a:cxnLst/>
            <a:rect r="r" b="b" t="t" l="l"/>
            <a:pathLst>
              <a:path h="1397602" w="2696952">
                <a:moveTo>
                  <a:pt x="0" y="0"/>
                </a:moveTo>
                <a:lnTo>
                  <a:pt x="2696952" y="0"/>
                </a:lnTo>
                <a:lnTo>
                  <a:pt x="2696952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-11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69624" y="0"/>
            <a:ext cx="8271598" cy="2357674"/>
            <a:chOff x="0" y="0"/>
            <a:chExt cx="2178528" cy="620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528" cy="620951"/>
            </a:xfrm>
            <a:custGeom>
              <a:avLst/>
              <a:gdLst/>
              <a:ahLst/>
              <a:cxnLst/>
              <a:rect r="r" b="b" t="t" l="l"/>
              <a:pathLst>
                <a:path h="620951" w="2178528">
                  <a:moveTo>
                    <a:pt x="47734" y="0"/>
                  </a:moveTo>
                  <a:lnTo>
                    <a:pt x="2130794" y="0"/>
                  </a:lnTo>
                  <a:cubicBezTo>
                    <a:pt x="2143454" y="0"/>
                    <a:pt x="2155595" y="5029"/>
                    <a:pt x="2164547" y="13981"/>
                  </a:cubicBezTo>
                  <a:cubicBezTo>
                    <a:pt x="2173499" y="22933"/>
                    <a:pt x="2178528" y="35074"/>
                    <a:pt x="2178528" y="47734"/>
                  </a:cubicBezTo>
                  <a:lnTo>
                    <a:pt x="2178528" y="573217"/>
                  </a:lnTo>
                  <a:cubicBezTo>
                    <a:pt x="2178528" y="585877"/>
                    <a:pt x="2173499" y="598018"/>
                    <a:pt x="2164547" y="606970"/>
                  </a:cubicBezTo>
                  <a:cubicBezTo>
                    <a:pt x="2155595" y="615922"/>
                    <a:pt x="2143454" y="620951"/>
                    <a:pt x="2130794" y="620951"/>
                  </a:cubicBezTo>
                  <a:lnTo>
                    <a:pt x="47734" y="620951"/>
                  </a:lnTo>
                  <a:cubicBezTo>
                    <a:pt x="35074" y="620951"/>
                    <a:pt x="22933" y="615922"/>
                    <a:pt x="13981" y="606970"/>
                  </a:cubicBezTo>
                  <a:cubicBezTo>
                    <a:pt x="5029" y="598018"/>
                    <a:pt x="0" y="585877"/>
                    <a:pt x="0" y="573217"/>
                  </a:cubicBezTo>
                  <a:lnTo>
                    <a:pt x="0" y="47734"/>
                  </a:lnTo>
                  <a:cubicBezTo>
                    <a:pt x="0" y="35074"/>
                    <a:pt x="5029" y="22933"/>
                    <a:pt x="13981" y="13981"/>
                  </a:cubicBezTo>
                  <a:cubicBezTo>
                    <a:pt x="22933" y="5029"/>
                    <a:pt x="35074" y="0"/>
                    <a:pt x="4773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8528" cy="659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172" y="329478"/>
            <a:ext cx="6631772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8858" y="1066800"/>
            <a:ext cx="5163760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ESCENARIOS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814239"/>
            <a:ext cx="1555667" cy="1902505"/>
          </a:xfrm>
          <a:custGeom>
            <a:avLst/>
            <a:gdLst/>
            <a:ahLst/>
            <a:cxnLst/>
            <a:rect r="r" b="b" t="t" l="l"/>
            <a:pathLst>
              <a:path h="1902505" w="1555667">
                <a:moveTo>
                  <a:pt x="0" y="0"/>
                </a:moveTo>
                <a:lnTo>
                  <a:pt x="1555667" y="0"/>
                </a:lnTo>
                <a:lnTo>
                  <a:pt x="155566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52479" y="3416638"/>
            <a:ext cx="1100026" cy="1397602"/>
          </a:xfrm>
          <a:custGeom>
            <a:avLst/>
            <a:gdLst/>
            <a:ahLst/>
            <a:cxnLst/>
            <a:rect r="r" b="b" t="t" l="l"/>
            <a:pathLst>
              <a:path h="1397602" w="1100026">
                <a:moveTo>
                  <a:pt x="0" y="0"/>
                </a:moveTo>
                <a:lnTo>
                  <a:pt x="1100026" y="0"/>
                </a:lnTo>
                <a:lnTo>
                  <a:pt x="1100026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89016" y="4814239"/>
            <a:ext cx="1925086" cy="1902505"/>
          </a:xfrm>
          <a:custGeom>
            <a:avLst/>
            <a:gdLst/>
            <a:ahLst/>
            <a:cxnLst/>
            <a:rect r="r" b="b" t="t" l="l"/>
            <a:pathLst>
              <a:path h="1902505" w="1925086">
                <a:moveTo>
                  <a:pt x="0" y="0"/>
                </a:moveTo>
                <a:lnTo>
                  <a:pt x="1925087" y="0"/>
                </a:lnTo>
                <a:lnTo>
                  <a:pt x="192508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72935" y="6918914"/>
            <a:ext cx="1318335" cy="1397602"/>
          </a:xfrm>
          <a:custGeom>
            <a:avLst/>
            <a:gdLst/>
            <a:ahLst/>
            <a:cxnLst/>
            <a:rect r="r" b="b" t="t" l="l"/>
            <a:pathLst>
              <a:path h="1397602" w="1318335">
                <a:moveTo>
                  <a:pt x="0" y="0"/>
                </a:moveTo>
                <a:lnTo>
                  <a:pt x="1318334" y="0"/>
                </a:lnTo>
                <a:lnTo>
                  <a:pt x="1318334" y="1397602"/>
                </a:lnTo>
                <a:lnTo>
                  <a:pt x="0" y="1397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98760">
            <a:off x="2269490" y="5343853"/>
            <a:ext cx="4986131" cy="3446663"/>
          </a:xfrm>
          <a:custGeom>
            <a:avLst/>
            <a:gdLst/>
            <a:ahLst/>
            <a:cxnLst/>
            <a:rect r="r" b="b" t="t" l="l"/>
            <a:pathLst>
              <a:path h="3446663" w="4986131">
                <a:moveTo>
                  <a:pt x="0" y="0"/>
                </a:moveTo>
                <a:lnTo>
                  <a:pt x="4986131" y="0"/>
                </a:lnTo>
                <a:lnTo>
                  <a:pt x="4986131" y="3446663"/>
                </a:lnTo>
                <a:lnTo>
                  <a:pt x="0" y="34466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66455" y="1028700"/>
            <a:ext cx="6729298" cy="8229600"/>
          </a:xfrm>
          <a:custGeom>
            <a:avLst/>
            <a:gdLst/>
            <a:ahLst/>
            <a:cxnLst/>
            <a:rect r="r" b="b" t="t" l="l"/>
            <a:pathLst>
              <a:path h="8229600" w="6729298">
                <a:moveTo>
                  <a:pt x="0" y="0"/>
                </a:moveTo>
                <a:lnTo>
                  <a:pt x="6729297" y="0"/>
                </a:lnTo>
                <a:lnTo>
                  <a:pt x="67292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85440" y="9277350"/>
            <a:ext cx="3190716" cy="46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2"/>
              </a:lnSpc>
              <a:spcBef>
                <a:spcPct val="0"/>
              </a:spcBef>
            </a:pPr>
            <a:r>
              <a:rPr lang="en-US" b="true" sz="3221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BUSCAR LIBROS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16638"/>
            <a:ext cx="2696952" cy="1397602"/>
          </a:xfrm>
          <a:custGeom>
            <a:avLst/>
            <a:gdLst/>
            <a:ahLst/>
            <a:cxnLst/>
            <a:rect r="r" b="b" t="t" l="l"/>
            <a:pathLst>
              <a:path h="1397602" w="2696952">
                <a:moveTo>
                  <a:pt x="0" y="0"/>
                </a:moveTo>
                <a:lnTo>
                  <a:pt x="2696952" y="0"/>
                </a:lnTo>
                <a:lnTo>
                  <a:pt x="2696952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</a:blip>
            <a:stretch>
              <a:fillRect l="0" t="0" r="-11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69624" y="0"/>
            <a:ext cx="8271598" cy="2357674"/>
            <a:chOff x="0" y="0"/>
            <a:chExt cx="2178528" cy="620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528" cy="620951"/>
            </a:xfrm>
            <a:custGeom>
              <a:avLst/>
              <a:gdLst/>
              <a:ahLst/>
              <a:cxnLst/>
              <a:rect r="r" b="b" t="t" l="l"/>
              <a:pathLst>
                <a:path h="620951" w="2178528">
                  <a:moveTo>
                    <a:pt x="47734" y="0"/>
                  </a:moveTo>
                  <a:lnTo>
                    <a:pt x="2130794" y="0"/>
                  </a:lnTo>
                  <a:cubicBezTo>
                    <a:pt x="2143454" y="0"/>
                    <a:pt x="2155595" y="5029"/>
                    <a:pt x="2164547" y="13981"/>
                  </a:cubicBezTo>
                  <a:cubicBezTo>
                    <a:pt x="2173499" y="22933"/>
                    <a:pt x="2178528" y="35074"/>
                    <a:pt x="2178528" y="47734"/>
                  </a:cubicBezTo>
                  <a:lnTo>
                    <a:pt x="2178528" y="573217"/>
                  </a:lnTo>
                  <a:cubicBezTo>
                    <a:pt x="2178528" y="585877"/>
                    <a:pt x="2173499" y="598018"/>
                    <a:pt x="2164547" y="606970"/>
                  </a:cubicBezTo>
                  <a:cubicBezTo>
                    <a:pt x="2155595" y="615922"/>
                    <a:pt x="2143454" y="620951"/>
                    <a:pt x="2130794" y="620951"/>
                  </a:cubicBezTo>
                  <a:lnTo>
                    <a:pt x="47734" y="620951"/>
                  </a:lnTo>
                  <a:cubicBezTo>
                    <a:pt x="35074" y="620951"/>
                    <a:pt x="22933" y="615922"/>
                    <a:pt x="13981" y="606970"/>
                  </a:cubicBezTo>
                  <a:cubicBezTo>
                    <a:pt x="5029" y="598018"/>
                    <a:pt x="0" y="585877"/>
                    <a:pt x="0" y="573217"/>
                  </a:cubicBezTo>
                  <a:lnTo>
                    <a:pt x="0" y="47734"/>
                  </a:lnTo>
                  <a:cubicBezTo>
                    <a:pt x="0" y="35074"/>
                    <a:pt x="5029" y="22933"/>
                    <a:pt x="13981" y="13981"/>
                  </a:cubicBezTo>
                  <a:cubicBezTo>
                    <a:pt x="22933" y="5029"/>
                    <a:pt x="35074" y="0"/>
                    <a:pt x="4773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8528" cy="659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172" y="329478"/>
            <a:ext cx="6631772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8858" y="1066800"/>
            <a:ext cx="5163760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ESCENARIOS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814239"/>
            <a:ext cx="1555667" cy="1902505"/>
          </a:xfrm>
          <a:custGeom>
            <a:avLst/>
            <a:gdLst/>
            <a:ahLst/>
            <a:cxnLst/>
            <a:rect r="r" b="b" t="t" l="l"/>
            <a:pathLst>
              <a:path h="1902505" w="1555667">
                <a:moveTo>
                  <a:pt x="0" y="0"/>
                </a:moveTo>
                <a:lnTo>
                  <a:pt x="1555667" y="0"/>
                </a:lnTo>
                <a:lnTo>
                  <a:pt x="155566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52479" y="3416638"/>
            <a:ext cx="1100026" cy="1397602"/>
          </a:xfrm>
          <a:custGeom>
            <a:avLst/>
            <a:gdLst/>
            <a:ahLst/>
            <a:cxnLst/>
            <a:rect r="r" b="b" t="t" l="l"/>
            <a:pathLst>
              <a:path h="1397602" w="1100026">
                <a:moveTo>
                  <a:pt x="0" y="0"/>
                </a:moveTo>
                <a:lnTo>
                  <a:pt x="1100026" y="0"/>
                </a:lnTo>
                <a:lnTo>
                  <a:pt x="1100026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89016" y="4814239"/>
            <a:ext cx="1925086" cy="1902505"/>
          </a:xfrm>
          <a:custGeom>
            <a:avLst/>
            <a:gdLst/>
            <a:ahLst/>
            <a:cxnLst/>
            <a:rect r="r" b="b" t="t" l="l"/>
            <a:pathLst>
              <a:path h="1902505" w="1925086">
                <a:moveTo>
                  <a:pt x="0" y="0"/>
                </a:moveTo>
                <a:lnTo>
                  <a:pt x="1925087" y="0"/>
                </a:lnTo>
                <a:lnTo>
                  <a:pt x="192508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72935" y="6918914"/>
            <a:ext cx="1318335" cy="1397602"/>
          </a:xfrm>
          <a:custGeom>
            <a:avLst/>
            <a:gdLst/>
            <a:ahLst/>
            <a:cxnLst/>
            <a:rect r="r" b="b" t="t" l="l"/>
            <a:pathLst>
              <a:path h="1397602" w="1318335">
                <a:moveTo>
                  <a:pt x="0" y="0"/>
                </a:moveTo>
                <a:lnTo>
                  <a:pt x="1318334" y="0"/>
                </a:lnTo>
                <a:lnTo>
                  <a:pt x="1318334" y="1397602"/>
                </a:lnTo>
                <a:lnTo>
                  <a:pt x="0" y="1397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17770" y="1136360"/>
            <a:ext cx="6187423" cy="8121940"/>
          </a:xfrm>
          <a:custGeom>
            <a:avLst/>
            <a:gdLst/>
            <a:ahLst/>
            <a:cxnLst/>
            <a:rect r="r" b="b" t="t" l="l"/>
            <a:pathLst>
              <a:path h="8121940" w="6187423">
                <a:moveTo>
                  <a:pt x="0" y="0"/>
                </a:moveTo>
                <a:lnTo>
                  <a:pt x="6187423" y="0"/>
                </a:lnTo>
                <a:lnTo>
                  <a:pt x="6187423" y="8121940"/>
                </a:lnTo>
                <a:lnTo>
                  <a:pt x="0" y="8121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316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2380110">
            <a:off x="5362496" y="2962796"/>
            <a:ext cx="4250041" cy="2937841"/>
          </a:xfrm>
          <a:custGeom>
            <a:avLst/>
            <a:gdLst/>
            <a:ahLst/>
            <a:cxnLst/>
            <a:rect r="r" b="b" t="t" l="l"/>
            <a:pathLst>
              <a:path h="2937841" w="4250041">
                <a:moveTo>
                  <a:pt x="0" y="2937841"/>
                </a:moveTo>
                <a:lnTo>
                  <a:pt x="4250040" y="2937841"/>
                </a:lnTo>
                <a:lnTo>
                  <a:pt x="4250040" y="0"/>
                </a:lnTo>
                <a:lnTo>
                  <a:pt x="0" y="0"/>
                </a:lnTo>
                <a:lnTo>
                  <a:pt x="0" y="293784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117406" y="9277350"/>
            <a:ext cx="4254976" cy="46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2"/>
              </a:lnSpc>
              <a:spcBef>
                <a:spcPct val="0"/>
              </a:spcBef>
            </a:pPr>
            <a:r>
              <a:rPr lang="en-US" b="true" sz="3221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REALIZAR PRESTAMO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16638"/>
            <a:ext cx="2696952" cy="1397602"/>
          </a:xfrm>
          <a:custGeom>
            <a:avLst/>
            <a:gdLst/>
            <a:ahLst/>
            <a:cxnLst/>
            <a:rect r="r" b="b" t="t" l="l"/>
            <a:pathLst>
              <a:path h="1397602" w="2696952">
                <a:moveTo>
                  <a:pt x="0" y="0"/>
                </a:moveTo>
                <a:lnTo>
                  <a:pt x="2696952" y="0"/>
                </a:lnTo>
                <a:lnTo>
                  <a:pt x="2696952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-11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69624" y="0"/>
            <a:ext cx="8271598" cy="2357674"/>
            <a:chOff x="0" y="0"/>
            <a:chExt cx="2178528" cy="620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528" cy="620951"/>
            </a:xfrm>
            <a:custGeom>
              <a:avLst/>
              <a:gdLst/>
              <a:ahLst/>
              <a:cxnLst/>
              <a:rect r="r" b="b" t="t" l="l"/>
              <a:pathLst>
                <a:path h="620951" w="2178528">
                  <a:moveTo>
                    <a:pt x="47734" y="0"/>
                  </a:moveTo>
                  <a:lnTo>
                    <a:pt x="2130794" y="0"/>
                  </a:lnTo>
                  <a:cubicBezTo>
                    <a:pt x="2143454" y="0"/>
                    <a:pt x="2155595" y="5029"/>
                    <a:pt x="2164547" y="13981"/>
                  </a:cubicBezTo>
                  <a:cubicBezTo>
                    <a:pt x="2173499" y="22933"/>
                    <a:pt x="2178528" y="35074"/>
                    <a:pt x="2178528" y="47734"/>
                  </a:cubicBezTo>
                  <a:lnTo>
                    <a:pt x="2178528" y="573217"/>
                  </a:lnTo>
                  <a:cubicBezTo>
                    <a:pt x="2178528" y="585877"/>
                    <a:pt x="2173499" y="598018"/>
                    <a:pt x="2164547" y="606970"/>
                  </a:cubicBezTo>
                  <a:cubicBezTo>
                    <a:pt x="2155595" y="615922"/>
                    <a:pt x="2143454" y="620951"/>
                    <a:pt x="2130794" y="620951"/>
                  </a:cubicBezTo>
                  <a:lnTo>
                    <a:pt x="47734" y="620951"/>
                  </a:lnTo>
                  <a:cubicBezTo>
                    <a:pt x="35074" y="620951"/>
                    <a:pt x="22933" y="615922"/>
                    <a:pt x="13981" y="606970"/>
                  </a:cubicBezTo>
                  <a:cubicBezTo>
                    <a:pt x="5029" y="598018"/>
                    <a:pt x="0" y="585877"/>
                    <a:pt x="0" y="573217"/>
                  </a:cubicBezTo>
                  <a:lnTo>
                    <a:pt x="0" y="47734"/>
                  </a:lnTo>
                  <a:cubicBezTo>
                    <a:pt x="0" y="35074"/>
                    <a:pt x="5029" y="22933"/>
                    <a:pt x="13981" y="13981"/>
                  </a:cubicBezTo>
                  <a:cubicBezTo>
                    <a:pt x="22933" y="5029"/>
                    <a:pt x="35074" y="0"/>
                    <a:pt x="4773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8528" cy="659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172" y="329478"/>
            <a:ext cx="6631772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8858" y="1066800"/>
            <a:ext cx="5163760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ESCENARIOS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814239"/>
            <a:ext cx="1555667" cy="1902505"/>
          </a:xfrm>
          <a:custGeom>
            <a:avLst/>
            <a:gdLst/>
            <a:ahLst/>
            <a:cxnLst/>
            <a:rect r="r" b="b" t="t" l="l"/>
            <a:pathLst>
              <a:path h="1902505" w="1555667">
                <a:moveTo>
                  <a:pt x="0" y="0"/>
                </a:moveTo>
                <a:lnTo>
                  <a:pt x="1555667" y="0"/>
                </a:lnTo>
                <a:lnTo>
                  <a:pt x="155566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52479" y="3416638"/>
            <a:ext cx="1100026" cy="1397602"/>
          </a:xfrm>
          <a:custGeom>
            <a:avLst/>
            <a:gdLst/>
            <a:ahLst/>
            <a:cxnLst/>
            <a:rect r="r" b="b" t="t" l="l"/>
            <a:pathLst>
              <a:path h="1397602" w="1100026">
                <a:moveTo>
                  <a:pt x="0" y="0"/>
                </a:moveTo>
                <a:lnTo>
                  <a:pt x="1100026" y="0"/>
                </a:lnTo>
                <a:lnTo>
                  <a:pt x="1100026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89016" y="4814239"/>
            <a:ext cx="1925086" cy="1902505"/>
          </a:xfrm>
          <a:custGeom>
            <a:avLst/>
            <a:gdLst/>
            <a:ahLst/>
            <a:cxnLst/>
            <a:rect r="r" b="b" t="t" l="l"/>
            <a:pathLst>
              <a:path h="1902505" w="1925086">
                <a:moveTo>
                  <a:pt x="0" y="0"/>
                </a:moveTo>
                <a:lnTo>
                  <a:pt x="1925087" y="0"/>
                </a:lnTo>
                <a:lnTo>
                  <a:pt x="192508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72935" y="6918914"/>
            <a:ext cx="1318335" cy="1397602"/>
          </a:xfrm>
          <a:custGeom>
            <a:avLst/>
            <a:gdLst/>
            <a:ahLst/>
            <a:cxnLst/>
            <a:rect r="r" b="b" t="t" l="l"/>
            <a:pathLst>
              <a:path h="1397602" w="1318335">
                <a:moveTo>
                  <a:pt x="0" y="0"/>
                </a:moveTo>
                <a:lnTo>
                  <a:pt x="1318334" y="0"/>
                </a:lnTo>
                <a:lnTo>
                  <a:pt x="1318334" y="1397602"/>
                </a:lnTo>
                <a:lnTo>
                  <a:pt x="0" y="1397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59007" y="1723571"/>
            <a:ext cx="6254706" cy="6181337"/>
          </a:xfrm>
          <a:custGeom>
            <a:avLst/>
            <a:gdLst/>
            <a:ahLst/>
            <a:cxnLst/>
            <a:rect r="r" b="b" t="t" l="l"/>
            <a:pathLst>
              <a:path h="6181337" w="6254706">
                <a:moveTo>
                  <a:pt x="0" y="0"/>
                </a:moveTo>
                <a:lnTo>
                  <a:pt x="6254706" y="0"/>
                </a:lnTo>
                <a:lnTo>
                  <a:pt x="6254706" y="6181337"/>
                </a:lnTo>
                <a:lnTo>
                  <a:pt x="0" y="6181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44037">
            <a:off x="5288008" y="4726914"/>
            <a:ext cx="4986131" cy="3446663"/>
          </a:xfrm>
          <a:custGeom>
            <a:avLst/>
            <a:gdLst/>
            <a:ahLst/>
            <a:cxnLst/>
            <a:rect r="r" b="b" t="t" l="l"/>
            <a:pathLst>
              <a:path h="3446663" w="4986131">
                <a:moveTo>
                  <a:pt x="0" y="0"/>
                </a:moveTo>
                <a:lnTo>
                  <a:pt x="4986131" y="0"/>
                </a:lnTo>
                <a:lnTo>
                  <a:pt x="4986131" y="3446663"/>
                </a:lnTo>
                <a:lnTo>
                  <a:pt x="0" y="34466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02898" y="8795600"/>
            <a:ext cx="4058285" cy="46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2"/>
              </a:lnSpc>
              <a:spcBef>
                <a:spcPct val="0"/>
              </a:spcBef>
            </a:pPr>
            <a:r>
              <a:rPr lang="en-US" b="true" sz="3221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GENERAR REPORTES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16638"/>
            <a:ext cx="2696952" cy="1397602"/>
          </a:xfrm>
          <a:custGeom>
            <a:avLst/>
            <a:gdLst/>
            <a:ahLst/>
            <a:cxnLst/>
            <a:rect r="r" b="b" t="t" l="l"/>
            <a:pathLst>
              <a:path h="1397602" w="2696952">
                <a:moveTo>
                  <a:pt x="0" y="0"/>
                </a:moveTo>
                <a:lnTo>
                  <a:pt x="2696952" y="0"/>
                </a:lnTo>
                <a:lnTo>
                  <a:pt x="2696952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-11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69624" y="0"/>
            <a:ext cx="8271598" cy="2357674"/>
            <a:chOff x="0" y="0"/>
            <a:chExt cx="2178528" cy="620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8528" cy="620951"/>
            </a:xfrm>
            <a:custGeom>
              <a:avLst/>
              <a:gdLst/>
              <a:ahLst/>
              <a:cxnLst/>
              <a:rect r="r" b="b" t="t" l="l"/>
              <a:pathLst>
                <a:path h="620951" w="2178528">
                  <a:moveTo>
                    <a:pt x="47734" y="0"/>
                  </a:moveTo>
                  <a:lnTo>
                    <a:pt x="2130794" y="0"/>
                  </a:lnTo>
                  <a:cubicBezTo>
                    <a:pt x="2143454" y="0"/>
                    <a:pt x="2155595" y="5029"/>
                    <a:pt x="2164547" y="13981"/>
                  </a:cubicBezTo>
                  <a:cubicBezTo>
                    <a:pt x="2173499" y="22933"/>
                    <a:pt x="2178528" y="35074"/>
                    <a:pt x="2178528" y="47734"/>
                  </a:cubicBezTo>
                  <a:lnTo>
                    <a:pt x="2178528" y="573217"/>
                  </a:lnTo>
                  <a:cubicBezTo>
                    <a:pt x="2178528" y="585877"/>
                    <a:pt x="2173499" y="598018"/>
                    <a:pt x="2164547" y="606970"/>
                  </a:cubicBezTo>
                  <a:cubicBezTo>
                    <a:pt x="2155595" y="615922"/>
                    <a:pt x="2143454" y="620951"/>
                    <a:pt x="2130794" y="620951"/>
                  </a:cubicBezTo>
                  <a:lnTo>
                    <a:pt x="47734" y="620951"/>
                  </a:lnTo>
                  <a:cubicBezTo>
                    <a:pt x="35074" y="620951"/>
                    <a:pt x="22933" y="615922"/>
                    <a:pt x="13981" y="606970"/>
                  </a:cubicBezTo>
                  <a:cubicBezTo>
                    <a:pt x="5029" y="598018"/>
                    <a:pt x="0" y="585877"/>
                    <a:pt x="0" y="573217"/>
                  </a:cubicBezTo>
                  <a:lnTo>
                    <a:pt x="0" y="47734"/>
                  </a:lnTo>
                  <a:cubicBezTo>
                    <a:pt x="0" y="35074"/>
                    <a:pt x="5029" y="22933"/>
                    <a:pt x="13981" y="13981"/>
                  </a:cubicBezTo>
                  <a:cubicBezTo>
                    <a:pt x="22933" y="5029"/>
                    <a:pt x="35074" y="0"/>
                    <a:pt x="4773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8528" cy="659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172" y="329478"/>
            <a:ext cx="6631772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8858" y="1066800"/>
            <a:ext cx="5163760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ESCENARIOS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814239"/>
            <a:ext cx="1555667" cy="1902505"/>
          </a:xfrm>
          <a:custGeom>
            <a:avLst/>
            <a:gdLst/>
            <a:ahLst/>
            <a:cxnLst/>
            <a:rect r="r" b="b" t="t" l="l"/>
            <a:pathLst>
              <a:path h="1902505" w="1555667">
                <a:moveTo>
                  <a:pt x="0" y="0"/>
                </a:moveTo>
                <a:lnTo>
                  <a:pt x="1555667" y="0"/>
                </a:lnTo>
                <a:lnTo>
                  <a:pt x="155566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52479" y="3416638"/>
            <a:ext cx="1100026" cy="1397602"/>
          </a:xfrm>
          <a:custGeom>
            <a:avLst/>
            <a:gdLst/>
            <a:ahLst/>
            <a:cxnLst/>
            <a:rect r="r" b="b" t="t" l="l"/>
            <a:pathLst>
              <a:path h="1397602" w="1100026">
                <a:moveTo>
                  <a:pt x="0" y="0"/>
                </a:moveTo>
                <a:lnTo>
                  <a:pt x="1100026" y="0"/>
                </a:lnTo>
                <a:lnTo>
                  <a:pt x="1100026" y="1397601"/>
                </a:lnTo>
                <a:lnTo>
                  <a:pt x="0" y="1397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89016" y="4814239"/>
            <a:ext cx="1925086" cy="1902505"/>
          </a:xfrm>
          <a:custGeom>
            <a:avLst/>
            <a:gdLst/>
            <a:ahLst/>
            <a:cxnLst/>
            <a:rect r="r" b="b" t="t" l="l"/>
            <a:pathLst>
              <a:path h="1902505" w="1925086">
                <a:moveTo>
                  <a:pt x="0" y="0"/>
                </a:moveTo>
                <a:lnTo>
                  <a:pt x="1925087" y="0"/>
                </a:lnTo>
                <a:lnTo>
                  <a:pt x="1925087" y="1902505"/>
                </a:lnTo>
                <a:lnTo>
                  <a:pt x="0" y="1902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72935" y="6918914"/>
            <a:ext cx="1318335" cy="1397602"/>
          </a:xfrm>
          <a:custGeom>
            <a:avLst/>
            <a:gdLst/>
            <a:ahLst/>
            <a:cxnLst/>
            <a:rect r="r" b="b" t="t" l="l"/>
            <a:pathLst>
              <a:path h="1397602" w="1318335">
                <a:moveTo>
                  <a:pt x="0" y="0"/>
                </a:moveTo>
                <a:lnTo>
                  <a:pt x="1318334" y="0"/>
                </a:lnTo>
                <a:lnTo>
                  <a:pt x="1318334" y="1397602"/>
                </a:lnTo>
                <a:lnTo>
                  <a:pt x="0" y="13976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974221">
            <a:off x="3962130" y="6004195"/>
            <a:ext cx="6237904" cy="4311951"/>
          </a:xfrm>
          <a:custGeom>
            <a:avLst/>
            <a:gdLst/>
            <a:ahLst/>
            <a:cxnLst/>
            <a:rect r="r" b="b" t="t" l="l"/>
            <a:pathLst>
              <a:path h="4311951" w="6237904">
                <a:moveTo>
                  <a:pt x="0" y="0"/>
                </a:moveTo>
                <a:lnTo>
                  <a:pt x="6237904" y="0"/>
                </a:lnTo>
                <a:lnTo>
                  <a:pt x="6237904" y="4311951"/>
                </a:lnTo>
                <a:lnTo>
                  <a:pt x="0" y="43119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71694" y="1264071"/>
            <a:ext cx="5587960" cy="5923945"/>
          </a:xfrm>
          <a:custGeom>
            <a:avLst/>
            <a:gdLst/>
            <a:ahLst/>
            <a:cxnLst/>
            <a:rect r="r" b="b" t="t" l="l"/>
            <a:pathLst>
              <a:path h="5923945" w="5587960">
                <a:moveTo>
                  <a:pt x="0" y="0"/>
                </a:moveTo>
                <a:lnTo>
                  <a:pt x="5587960" y="0"/>
                </a:lnTo>
                <a:lnTo>
                  <a:pt x="5587960" y="5923945"/>
                </a:lnTo>
                <a:lnTo>
                  <a:pt x="0" y="5923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680424" y="8795600"/>
            <a:ext cx="3783648" cy="46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2"/>
              </a:lnSpc>
              <a:spcBef>
                <a:spcPct val="0"/>
              </a:spcBef>
            </a:pPr>
            <a:r>
              <a:rPr lang="en-US" b="true" sz="3221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REGISTRAR LIBROS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9103" y="-3917974"/>
            <a:ext cx="2447184" cy="9321387"/>
            <a:chOff x="0" y="0"/>
            <a:chExt cx="644526" cy="245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4526" cy="2455015"/>
            </a:xfrm>
            <a:custGeom>
              <a:avLst/>
              <a:gdLst/>
              <a:ahLst/>
              <a:cxnLst/>
              <a:rect r="r" b="b" t="t" l="l"/>
              <a:pathLst>
                <a:path h="2455015" w="644526">
                  <a:moveTo>
                    <a:pt x="161344" y="0"/>
                  </a:moveTo>
                  <a:lnTo>
                    <a:pt x="483182" y="0"/>
                  </a:lnTo>
                  <a:cubicBezTo>
                    <a:pt x="525973" y="0"/>
                    <a:pt x="567011" y="16999"/>
                    <a:pt x="597269" y="47257"/>
                  </a:cubicBezTo>
                  <a:cubicBezTo>
                    <a:pt x="627527" y="77514"/>
                    <a:pt x="644526" y="118553"/>
                    <a:pt x="644526" y="161344"/>
                  </a:cubicBezTo>
                  <a:lnTo>
                    <a:pt x="644526" y="2293672"/>
                  </a:lnTo>
                  <a:cubicBezTo>
                    <a:pt x="644526" y="2336463"/>
                    <a:pt x="627527" y="2377501"/>
                    <a:pt x="597269" y="2407759"/>
                  </a:cubicBezTo>
                  <a:cubicBezTo>
                    <a:pt x="567011" y="2438017"/>
                    <a:pt x="525973" y="2455015"/>
                    <a:pt x="483182" y="2455015"/>
                  </a:cubicBezTo>
                  <a:lnTo>
                    <a:pt x="161344" y="2455015"/>
                  </a:lnTo>
                  <a:cubicBezTo>
                    <a:pt x="118553" y="2455015"/>
                    <a:pt x="77514" y="2438017"/>
                    <a:pt x="47257" y="2407759"/>
                  </a:cubicBezTo>
                  <a:cubicBezTo>
                    <a:pt x="16999" y="2377501"/>
                    <a:pt x="0" y="2336463"/>
                    <a:pt x="0" y="2293672"/>
                  </a:cubicBezTo>
                  <a:lnTo>
                    <a:pt x="0" y="161344"/>
                  </a:lnTo>
                  <a:cubicBezTo>
                    <a:pt x="0" y="118553"/>
                    <a:pt x="16999" y="77514"/>
                    <a:pt x="47257" y="47257"/>
                  </a:cubicBezTo>
                  <a:cubicBezTo>
                    <a:pt x="77514" y="16999"/>
                    <a:pt x="118553" y="0"/>
                    <a:pt x="161344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44526" cy="2493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9527457"/>
            <a:ext cx="685171" cy="759543"/>
          </a:xfrm>
          <a:custGeom>
            <a:avLst/>
            <a:gdLst/>
            <a:ahLst/>
            <a:cxnLst/>
            <a:rect r="r" b="b" t="t" l="l"/>
            <a:pathLst>
              <a:path h="759543" w="685171">
                <a:moveTo>
                  <a:pt x="0" y="0"/>
                </a:moveTo>
                <a:lnTo>
                  <a:pt x="685171" y="0"/>
                </a:lnTo>
                <a:lnTo>
                  <a:pt x="685171" y="759543"/>
                </a:lnTo>
                <a:lnTo>
                  <a:pt x="0" y="75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9650" y="9369377"/>
            <a:ext cx="245871" cy="242993"/>
          </a:xfrm>
          <a:custGeom>
            <a:avLst/>
            <a:gdLst/>
            <a:ahLst/>
            <a:cxnLst/>
            <a:rect r="r" b="b" t="t" l="l"/>
            <a:pathLst>
              <a:path h="242993" w="245871">
                <a:moveTo>
                  <a:pt x="0" y="0"/>
                </a:moveTo>
                <a:lnTo>
                  <a:pt x="245871" y="0"/>
                </a:lnTo>
                <a:lnTo>
                  <a:pt x="245871" y="242992"/>
                </a:lnTo>
                <a:lnTo>
                  <a:pt x="0" y="242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2585" y="9258300"/>
            <a:ext cx="465146" cy="465146"/>
          </a:xfrm>
          <a:custGeom>
            <a:avLst/>
            <a:gdLst/>
            <a:ahLst/>
            <a:cxnLst/>
            <a:rect r="r" b="b" t="t" l="l"/>
            <a:pathLst>
              <a:path h="465146" w="465146">
                <a:moveTo>
                  <a:pt x="0" y="0"/>
                </a:moveTo>
                <a:lnTo>
                  <a:pt x="465146" y="0"/>
                </a:lnTo>
                <a:lnTo>
                  <a:pt x="465146" y="465146"/>
                </a:lnTo>
                <a:lnTo>
                  <a:pt x="0" y="465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907" y="9369377"/>
            <a:ext cx="135266" cy="242993"/>
          </a:xfrm>
          <a:custGeom>
            <a:avLst/>
            <a:gdLst/>
            <a:ahLst/>
            <a:cxnLst/>
            <a:rect r="r" b="b" t="t" l="l"/>
            <a:pathLst>
              <a:path h="242993" w="135266">
                <a:moveTo>
                  <a:pt x="0" y="0"/>
                </a:moveTo>
                <a:lnTo>
                  <a:pt x="135266" y="0"/>
                </a:lnTo>
                <a:lnTo>
                  <a:pt x="135266" y="242992"/>
                </a:lnTo>
                <a:lnTo>
                  <a:pt x="0" y="242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0471" y="2161734"/>
            <a:ext cx="15187059" cy="7365724"/>
          </a:xfrm>
          <a:custGeom>
            <a:avLst/>
            <a:gdLst/>
            <a:ahLst/>
            <a:cxnLst/>
            <a:rect r="r" b="b" t="t" l="l"/>
            <a:pathLst>
              <a:path h="7365724" w="15187059">
                <a:moveTo>
                  <a:pt x="0" y="0"/>
                </a:moveTo>
                <a:lnTo>
                  <a:pt x="15187058" y="0"/>
                </a:lnTo>
                <a:lnTo>
                  <a:pt x="15187058" y="7365723"/>
                </a:lnTo>
                <a:lnTo>
                  <a:pt x="0" y="73657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77289" y="395715"/>
            <a:ext cx="6014302" cy="86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1"/>
              </a:lnSpc>
            </a:pPr>
            <a:r>
              <a:rPr lang="en-US" b="true" sz="5922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LÓGICA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845284" y="5207770"/>
            <a:ext cx="2333671" cy="9179496"/>
            <a:chOff x="0" y="0"/>
            <a:chExt cx="614630" cy="24176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4630" cy="2417645"/>
            </a:xfrm>
            <a:custGeom>
              <a:avLst/>
              <a:gdLst/>
              <a:ahLst/>
              <a:cxnLst/>
              <a:rect r="r" b="b" t="t" l="l"/>
              <a:pathLst>
                <a:path h="2417645" w="614630">
                  <a:moveTo>
                    <a:pt x="169192" y="0"/>
                  </a:moveTo>
                  <a:lnTo>
                    <a:pt x="445438" y="0"/>
                  </a:lnTo>
                  <a:cubicBezTo>
                    <a:pt x="538880" y="0"/>
                    <a:pt x="614630" y="75750"/>
                    <a:pt x="614630" y="169192"/>
                  </a:cubicBezTo>
                  <a:lnTo>
                    <a:pt x="614630" y="2248453"/>
                  </a:lnTo>
                  <a:cubicBezTo>
                    <a:pt x="614630" y="2341896"/>
                    <a:pt x="538880" y="2417645"/>
                    <a:pt x="445438" y="2417645"/>
                  </a:cubicBezTo>
                  <a:lnTo>
                    <a:pt x="169192" y="2417645"/>
                  </a:lnTo>
                  <a:cubicBezTo>
                    <a:pt x="124319" y="2417645"/>
                    <a:pt x="81285" y="2399820"/>
                    <a:pt x="49555" y="2368090"/>
                  </a:cubicBezTo>
                  <a:cubicBezTo>
                    <a:pt x="17826" y="2336360"/>
                    <a:pt x="0" y="2293326"/>
                    <a:pt x="0" y="2248453"/>
                  </a:cubicBezTo>
                  <a:lnTo>
                    <a:pt x="0" y="169192"/>
                  </a:lnTo>
                  <a:cubicBezTo>
                    <a:pt x="0" y="75750"/>
                    <a:pt x="75750" y="0"/>
                    <a:pt x="16919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4630" cy="2455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3969" y="231586"/>
            <a:ext cx="8485331" cy="9823827"/>
          </a:xfrm>
          <a:custGeom>
            <a:avLst/>
            <a:gdLst/>
            <a:ahLst/>
            <a:cxnLst/>
            <a:rect r="r" b="b" t="t" l="l"/>
            <a:pathLst>
              <a:path h="9823827" w="8485331">
                <a:moveTo>
                  <a:pt x="0" y="0"/>
                </a:moveTo>
                <a:lnTo>
                  <a:pt x="8485331" y="0"/>
                </a:lnTo>
                <a:lnTo>
                  <a:pt x="8485331" y="9823828"/>
                </a:lnTo>
                <a:lnTo>
                  <a:pt x="0" y="9823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4688" y="9018913"/>
            <a:ext cx="6499726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LÓGICA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4688" y="1825485"/>
            <a:ext cx="5584389" cy="1548498"/>
            <a:chOff x="0" y="0"/>
            <a:chExt cx="7445852" cy="206466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38100"/>
              <a:ext cx="7445852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DIAGRAMA DE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02691" y="886104"/>
              <a:ext cx="6443161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SECUENCIA?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4688" y="1558555"/>
            <a:ext cx="5093861" cy="4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22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POR QUE UN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4688" y="3625536"/>
            <a:ext cx="5584389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AYUDA A R</a:t>
            </a:r>
            <a:r>
              <a:rPr lang="en-US" sz="25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EPRESENTAR LA INTERACCION ENTRE LAS ENTIDADES INVOLUCRADAS EN EL PROCESO DE GESTION DE PRESTAMOS, PERMITIENDO VISUALIZAR EL ORDEN DE EJECUCIÓN DE LAS OPERACIONES</a:t>
            </a:r>
          </a:p>
          <a:p>
            <a:pPr algn="l">
              <a:lnSpc>
                <a:spcPts val="2850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185111" y="-525014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516863" y="493926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0" y="326159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946333" y="493926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66825" y="3288849"/>
            <a:ext cx="4163746" cy="5520296"/>
          </a:xfrm>
          <a:custGeom>
            <a:avLst/>
            <a:gdLst/>
            <a:ahLst/>
            <a:cxnLst/>
            <a:rect r="r" b="b" t="t" l="l"/>
            <a:pathLst>
              <a:path h="5520296" w="4163746">
                <a:moveTo>
                  <a:pt x="0" y="0"/>
                </a:moveTo>
                <a:lnTo>
                  <a:pt x="4163746" y="0"/>
                </a:lnTo>
                <a:lnTo>
                  <a:pt x="4163746" y="5520296"/>
                </a:lnTo>
                <a:lnTo>
                  <a:pt x="0" y="552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26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22048" y="767658"/>
            <a:ext cx="4529335" cy="5884982"/>
          </a:xfrm>
          <a:custGeom>
            <a:avLst/>
            <a:gdLst/>
            <a:ahLst/>
            <a:cxnLst/>
            <a:rect r="r" b="b" t="t" l="l"/>
            <a:pathLst>
              <a:path h="5884982" w="4529335">
                <a:moveTo>
                  <a:pt x="0" y="0"/>
                </a:moveTo>
                <a:lnTo>
                  <a:pt x="4529335" y="0"/>
                </a:lnTo>
                <a:lnTo>
                  <a:pt x="4529335" y="5884982"/>
                </a:lnTo>
                <a:lnTo>
                  <a:pt x="0" y="5884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13274545" y="-3071527"/>
            <a:ext cx="2333671" cy="8200454"/>
            <a:chOff x="0" y="0"/>
            <a:chExt cx="614630" cy="21597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4630" cy="2159790"/>
            </a:xfrm>
            <a:custGeom>
              <a:avLst/>
              <a:gdLst/>
              <a:ahLst/>
              <a:cxnLst/>
              <a:rect r="r" b="b" t="t" l="l"/>
              <a:pathLst>
                <a:path h="2159790" w="614630">
                  <a:moveTo>
                    <a:pt x="169192" y="0"/>
                  </a:moveTo>
                  <a:lnTo>
                    <a:pt x="445438" y="0"/>
                  </a:lnTo>
                  <a:cubicBezTo>
                    <a:pt x="538880" y="0"/>
                    <a:pt x="614630" y="75750"/>
                    <a:pt x="614630" y="169192"/>
                  </a:cubicBezTo>
                  <a:lnTo>
                    <a:pt x="614630" y="1990598"/>
                  </a:lnTo>
                  <a:cubicBezTo>
                    <a:pt x="614630" y="2084041"/>
                    <a:pt x="538880" y="2159790"/>
                    <a:pt x="445438" y="2159790"/>
                  </a:cubicBezTo>
                  <a:lnTo>
                    <a:pt x="169192" y="2159790"/>
                  </a:lnTo>
                  <a:cubicBezTo>
                    <a:pt x="124319" y="2159790"/>
                    <a:pt x="81285" y="2141965"/>
                    <a:pt x="49555" y="2110235"/>
                  </a:cubicBezTo>
                  <a:cubicBezTo>
                    <a:pt x="17826" y="2078505"/>
                    <a:pt x="0" y="2035471"/>
                    <a:pt x="0" y="1990598"/>
                  </a:cubicBezTo>
                  <a:lnTo>
                    <a:pt x="0" y="169192"/>
                  </a:lnTo>
                  <a:cubicBezTo>
                    <a:pt x="0" y="75750"/>
                    <a:pt x="75750" y="0"/>
                    <a:pt x="16919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4630" cy="219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337111" y="4891008"/>
            <a:ext cx="4767659" cy="5310857"/>
          </a:xfrm>
          <a:custGeom>
            <a:avLst/>
            <a:gdLst/>
            <a:ahLst/>
            <a:cxnLst/>
            <a:rect r="r" b="b" t="t" l="l"/>
            <a:pathLst>
              <a:path h="5310857" w="4767659">
                <a:moveTo>
                  <a:pt x="0" y="0"/>
                </a:moveTo>
                <a:lnTo>
                  <a:pt x="4767659" y="0"/>
                </a:lnTo>
                <a:lnTo>
                  <a:pt x="4767659" y="5310858"/>
                </a:lnTo>
                <a:lnTo>
                  <a:pt x="0" y="531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35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2732" y="221716"/>
            <a:ext cx="3738161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4688" y="5638974"/>
            <a:ext cx="5584389" cy="1548498"/>
            <a:chOff x="0" y="0"/>
            <a:chExt cx="7445852" cy="206466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8100"/>
              <a:ext cx="7445852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DIAGRAMA DE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86104"/>
              <a:ext cx="7445852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ACTIVIDADES ?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4688" y="5372044"/>
            <a:ext cx="5093861" cy="4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22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POR QUE UN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688" y="7448550"/>
            <a:ext cx="5584389" cy="171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AYUDA A R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EPRESENTAR DE MANERA CLARA LA SECUENCIA DE ACCIONES REALIZADAS TANTO POR EL USUARIO COMO POR EL SISTEMA.</a:t>
            </a:r>
          </a:p>
          <a:p>
            <a:pPr algn="l">
              <a:lnSpc>
                <a:spcPts val="273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172686" y="890892"/>
            <a:ext cx="4277344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PROCESOS</a:t>
            </a:r>
          </a:p>
        </p:txBody>
      </p:sp>
      <p:sp>
        <p:nvSpPr>
          <p:cNvPr name="Freeform 15" id="15"/>
          <p:cNvSpPr/>
          <p:nvPr/>
        </p:nvSpPr>
        <p:spPr>
          <a:xfrm>
            <a:off x="8503611" y="2302223"/>
            <a:ext cx="3985832" cy="4905489"/>
          </a:xfrm>
          <a:custGeom>
            <a:avLst/>
            <a:gdLst/>
            <a:ahLst/>
            <a:cxnLst/>
            <a:rect r="r" b="b" t="t" l="l"/>
            <a:pathLst>
              <a:path h="4905489" w="3985832">
                <a:moveTo>
                  <a:pt x="0" y="4350417"/>
                </a:moveTo>
                <a:lnTo>
                  <a:pt x="0" y="4676890"/>
                </a:lnTo>
                <a:cubicBezTo>
                  <a:pt x="0" y="4803142"/>
                  <a:pt x="102348" y="4905490"/>
                  <a:pt x="228600" y="4905490"/>
                </a:cubicBezTo>
                <a:lnTo>
                  <a:pt x="2182250" y="4905490"/>
                </a:lnTo>
                <a:cubicBezTo>
                  <a:pt x="2308502" y="4905490"/>
                  <a:pt x="2410850" y="4803142"/>
                  <a:pt x="2410850" y="4676890"/>
                </a:cubicBezTo>
                <a:lnTo>
                  <a:pt x="2410850" y="228600"/>
                </a:lnTo>
                <a:cubicBezTo>
                  <a:pt x="2410850" y="167972"/>
                  <a:pt x="2434935" y="109827"/>
                  <a:pt x="2477806" y="66956"/>
                </a:cubicBezTo>
                <a:cubicBezTo>
                  <a:pt x="2520676" y="24085"/>
                  <a:pt x="2578821" y="0"/>
                  <a:pt x="2639450" y="0"/>
                </a:cubicBezTo>
                <a:lnTo>
                  <a:pt x="3757232" y="0"/>
                </a:lnTo>
                <a:cubicBezTo>
                  <a:pt x="3883484" y="0"/>
                  <a:pt x="3985832" y="102348"/>
                  <a:pt x="3985832" y="228600"/>
                </a:cubicBezTo>
                <a:lnTo>
                  <a:pt x="3985832" y="986626"/>
                </a:lnTo>
              </a:path>
            </a:pathLst>
          </a:custGeom>
          <a:ln cap="flat" w="19050">
            <a:solidFill>
              <a:srgbClr val="7575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>
            <a:off x="12489443" y="4036035"/>
            <a:ext cx="3814455" cy="5230310"/>
          </a:xfrm>
          <a:custGeom>
            <a:avLst/>
            <a:gdLst/>
            <a:ahLst/>
            <a:cxnLst/>
            <a:rect r="r" b="b" t="t" l="l"/>
            <a:pathLst>
              <a:path h="5230310" w="3814455">
                <a:moveTo>
                  <a:pt x="3814455" y="854973"/>
                </a:moveTo>
                <a:lnTo>
                  <a:pt x="3814455" y="228600"/>
                </a:lnTo>
                <a:cubicBezTo>
                  <a:pt x="3814455" y="102347"/>
                  <a:pt x="3712108" y="0"/>
                  <a:pt x="3585855" y="0"/>
                </a:cubicBezTo>
                <a:lnTo>
                  <a:pt x="1922386" y="0"/>
                </a:lnTo>
                <a:cubicBezTo>
                  <a:pt x="1861757" y="0"/>
                  <a:pt x="1803612" y="24084"/>
                  <a:pt x="1760741" y="66955"/>
                </a:cubicBezTo>
                <a:cubicBezTo>
                  <a:pt x="1717871" y="109826"/>
                  <a:pt x="1693786" y="167971"/>
                  <a:pt x="1693786" y="228600"/>
                </a:cubicBezTo>
                <a:lnTo>
                  <a:pt x="1693786" y="5001709"/>
                </a:lnTo>
                <a:cubicBezTo>
                  <a:pt x="1693786" y="5062338"/>
                  <a:pt x="1669702" y="5120484"/>
                  <a:pt x="1626830" y="5163354"/>
                </a:cubicBezTo>
                <a:cubicBezTo>
                  <a:pt x="1583960" y="5206225"/>
                  <a:pt x="1525815" y="5230309"/>
                  <a:pt x="1465186" y="5230309"/>
                </a:cubicBezTo>
                <a:lnTo>
                  <a:pt x="228600" y="5230309"/>
                </a:lnTo>
                <a:cubicBezTo>
                  <a:pt x="167971" y="5230309"/>
                  <a:pt x="109826" y="5206225"/>
                  <a:pt x="66956" y="5163354"/>
                </a:cubicBezTo>
                <a:cubicBezTo>
                  <a:pt x="24085" y="5120484"/>
                  <a:pt x="0" y="5062338"/>
                  <a:pt x="0" y="5001709"/>
                </a:cubicBezTo>
                <a:lnTo>
                  <a:pt x="0" y="4773109"/>
                </a:lnTo>
              </a:path>
            </a:pathLst>
          </a:custGeom>
          <a:ln cap="flat" w="19050">
            <a:solidFill>
              <a:srgbClr val="7575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500968" y="960996"/>
            <a:ext cx="4250948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b="true" sz="55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688" y="689013"/>
            <a:ext cx="3818060" cy="93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221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BENEFICIOS DE </a:t>
            </a:r>
          </a:p>
          <a:p>
            <a:pPr algn="l">
              <a:lnSpc>
                <a:spcPts val="3672"/>
              </a:lnSpc>
            </a:pPr>
            <a:r>
              <a:rPr lang="en-US" b="true" sz="322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4688" y="2361118"/>
            <a:ext cx="4392511" cy="171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AYUDA A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EPRE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ENTAR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EL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MP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TAM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IE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DI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NÁMIC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Y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VISUALIZAR EL FLUJO DE EJECUCIÓN DEL SISTEMA.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0770" y="1547683"/>
            <a:ext cx="4277344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b="true" sz="5500">
                <a:solidFill>
                  <a:srgbClr val="0C001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PROCESOS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276730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08482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94160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0" y="0"/>
                </a:lnTo>
                <a:lnTo>
                  <a:pt x="702540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346066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2070197" y="-2870742"/>
            <a:ext cx="2208806" cy="7496823"/>
            <a:chOff x="0" y="0"/>
            <a:chExt cx="581743" cy="1974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743" cy="1974472"/>
            </a:xfrm>
            <a:custGeom>
              <a:avLst/>
              <a:gdLst/>
              <a:ahLst/>
              <a:cxnLst/>
              <a:rect r="r" b="b" t="t" l="l"/>
              <a:pathLst>
                <a:path h="1974472" w="581743">
                  <a:moveTo>
                    <a:pt x="178756" y="0"/>
                  </a:moveTo>
                  <a:lnTo>
                    <a:pt x="402987" y="0"/>
                  </a:lnTo>
                  <a:cubicBezTo>
                    <a:pt x="501711" y="0"/>
                    <a:pt x="581743" y="80032"/>
                    <a:pt x="581743" y="178756"/>
                  </a:cubicBezTo>
                  <a:lnTo>
                    <a:pt x="581743" y="1795716"/>
                  </a:lnTo>
                  <a:cubicBezTo>
                    <a:pt x="581743" y="1894440"/>
                    <a:pt x="501711" y="1974472"/>
                    <a:pt x="402987" y="1974472"/>
                  </a:cubicBezTo>
                  <a:lnTo>
                    <a:pt x="178756" y="1974472"/>
                  </a:lnTo>
                  <a:cubicBezTo>
                    <a:pt x="80032" y="1974472"/>
                    <a:pt x="0" y="1894440"/>
                    <a:pt x="0" y="1795716"/>
                  </a:cubicBezTo>
                  <a:lnTo>
                    <a:pt x="0" y="178756"/>
                  </a:lnTo>
                  <a:cubicBezTo>
                    <a:pt x="0" y="80032"/>
                    <a:pt x="80032" y="0"/>
                    <a:pt x="178756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81743" cy="2012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9339541"/>
            <a:ext cx="854687" cy="947459"/>
          </a:xfrm>
          <a:custGeom>
            <a:avLst/>
            <a:gdLst/>
            <a:ahLst/>
            <a:cxnLst/>
            <a:rect r="r" b="b" t="t" l="l"/>
            <a:pathLst>
              <a:path h="947459" w="854687">
                <a:moveTo>
                  <a:pt x="0" y="0"/>
                </a:moveTo>
                <a:lnTo>
                  <a:pt x="854687" y="0"/>
                </a:lnTo>
                <a:lnTo>
                  <a:pt x="854687" y="947459"/>
                </a:lnTo>
                <a:lnTo>
                  <a:pt x="0" y="947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3993" y="9142350"/>
            <a:ext cx="306701" cy="303111"/>
          </a:xfrm>
          <a:custGeom>
            <a:avLst/>
            <a:gdLst/>
            <a:ahLst/>
            <a:cxnLst/>
            <a:rect r="r" b="b" t="t" l="l"/>
            <a:pathLst>
              <a:path h="303111" w="306701">
                <a:moveTo>
                  <a:pt x="0" y="0"/>
                </a:moveTo>
                <a:lnTo>
                  <a:pt x="306701" y="0"/>
                </a:lnTo>
                <a:lnTo>
                  <a:pt x="306701" y="303111"/>
                </a:lnTo>
                <a:lnTo>
                  <a:pt x="0" y="303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7343" y="9003792"/>
            <a:ext cx="580226" cy="580226"/>
          </a:xfrm>
          <a:custGeom>
            <a:avLst/>
            <a:gdLst/>
            <a:ahLst/>
            <a:cxnLst/>
            <a:rect r="r" b="b" t="t" l="l"/>
            <a:pathLst>
              <a:path h="580226" w="580226">
                <a:moveTo>
                  <a:pt x="0" y="0"/>
                </a:moveTo>
                <a:lnTo>
                  <a:pt x="580227" y="0"/>
                </a:lnTo>
                <a:lnTo>
                  <a:pt x="580227" y="580226"/>
                </a:lnTo>
                <a:lnTo>
                  <a:pt x="0" y="580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264" y="9142350"/>
            <a:ext cx="168732" cy="303111"/>
          </a:xfrm>
          <a:custGeom>
            <a:avLst/>
            <a:gdLst/>
            <a:ahLst/>
            <a:cxnLst/>
            <a:rect r="r" b="b" t="t" l="l"/>
            <a:pathLst>
              <a:path h="303111" w="168732">
                <a:moveTo>
                  <a:pt x="0" y="0"/>
                </a:moveTo>
                <a:lnTo>
                  <a:pt x="168732" y="0"/>
                </a:lnTo>
                <a:lnTo>
                  <a:pt x="168732" y="303111"/>
                </a:lnTo>
                <a:lnTo>
                  <a:pt x="0" y="303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9183" y="3090629"/>
            <a:ext cx="15969635" cy="4989464"/>
          </a:xfrm>
          <a:custGeom>
            <a:avLst/>
            <a:gdLst/>
            <a:ahLst/>
            <a:cxnLst/>
            <a:rect r="r" b="b" t="t" l="l"/>
            <a:pathLst>
              <a:path h="4989464" w="15969635">
                <a:moveTo>
                  <a:pt x="0" y="0"/>
                </a:moveTo>
                <a:lnTo>
                  <a:pt x="15969634" y="0"/>
                </a:lnTo>
                <a:lnTo>
                  <a:pt x="15969634" y="4989463"/>
                </a:lnTo>
                <a:lnTo>
                  <a:pt x="0" y="49894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87" t="0" r="-168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1055" y="-41035"/>
            <a:ext cx="3559339" cy="87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b="true" sz="6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5099" y="763866"/>
            <a:ext cx="5167061" cy="87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b="true" sz="60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DESARROLLO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9087" y="847962"/>
            <a:ext cx="9504557" cy="8300924"/>
          </a:xfrm>
          <a:custGeom>
            <a:avLst/>
            <a:gdLst/>
            <a:ahLst/>
            <a:cxnLst/>
            <a:rect r="r" b="b" t="t" l="l"/>
            <a:pathLst>
              <a:path h="8300924" w="9504557">
                <a:moveTo>
                  <a:pt x="0" y="0"/>
                </a:moveTo>
                <a:lnTo>
                  <a:pt x="9504557" y="0"/>
                </a:lnTo>
                <a:lnTo>
                  <a:pt x="9504557" y="8300923"/>
                </a:lnTo>
                <a:lnTo>
                  <a:pt x="0" y="830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6085" y="6051650"/>
            <a:ext cx="5882358" cy="1548498"/>
            <a:chOff x="0" y="0"/>
            <a:chExt cx="7843145" cy="206466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8100"/>
              <a:ext cx="7445852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DIAGRAMA DE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078366" y="886104"/>
              <a:ext cx="6764778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DESPLIEGUE?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6085" y="5784720"/>
            <a:ext cx="5093861" cy="4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22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POR QUE UN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9207" y="7609673"/>
            <a:ext cx="5882358" cy="20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PERMITE V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ISUALIZAR CÓMO LOS COMPONENTES DEL SISTEMA SON DESPLEGADOS DENTRO DE LA INFRAESTRUCTURA Y COMO SE COMUNICAN</a:t>
            </a:r>
          </a:p>
          <a:p>
            <a:pPr algn="l">
              <a:lnSpc>
                <a:spcPts val="2850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5400000">
            <a:off x="2370278" y="-3074902"/>
            <a:ext cx="1993135" cy="7845728"/>
            <a:chOff x="0" y="0"/>
            <a:chExt cx="524941" cy="2066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941" cy="2066365"/>
            </a:xfrm>
            <a:custGeom>
              <a:avLst/>
              <a:gdLst/>
              <a:ahLst/>
              <a:cxnLst/>
              <a:rect r="r" b="b" t="t" l="l"/>
              <a:pathLst>
                <a:path h="2066365" w="524941">
                  <a:moveTo>
                    <a:pt x="198099" y="0"/>
                  </a:moveTo>
                  <a:lnTo>
                    <a:pt x="326842" y="0"/>
                  </a:lnTo>
                  <a:cubicBezTo>
                    <a:pt x="436249" y="0"/>
                    <a:pt x="524941" y="88692"/>
                    <a:pt x="524941" y="198099"/>
                  </a:cubicBezTo>
                  <a:lnTo>
                    <a:pt x="524941" y="1868266"/>
                  </a:lnTo>
                  <a:cubicBezTo>
                    <a:pt x="524941" y="1977673"/>
                    <a:pt x="436249" y="2066365"/>
                    <a:pt x="326842" y="2066365"/>
                  </a:cubicBezTo>
                  <a:lnTo>
                    <a:pt x="198099" y="2066365"/>
                  </a:lnTo>
                  <a:cubicBezTo>
                    <a:pt x="145560" y="2066365"/>
                    <a:pt x="95173" y="2045494"/>
                    <a:pt x="58022" y="2008343"/>
                  </a:cubicBezTo>
                  <a:cubicBezTo>
                    <a:pt x="20871" y="1971192"/>
                    <a:pt x="0" y="1920805"/>
                    <a:pt x="0" y="1868266"/>
                  </a:cubicBezTo>
                  <a:lnTo>
                    <a:pt x="0" y="198099"/>
                  </a:lnTo>
                  <a:cubicBezTo>
                    <a:pt x="0" y="88692"/>
                    <a:pt x="88692" y="0"/>
                    <a:pt x="198099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4941" cy="2104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6085" y="367582"/>
            <a:ext cx="5341521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VISTA FÍSICA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96085" y="2194289"/>
            <a:ext cx="5612386" cy="1143267"/>
            <a:chOff x="0" y="0"/>
            <a:chExt cx="7483182" cy="15243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345796"/>
              <a:ext cx="7093637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VISTA FÍSICA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8100"/>
              <a:ext cx="7483182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96085" y="2158131"/>
            <a:ext cx="5093861" cy="4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b="true" sz="322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BENEFICIOS DE 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6085" y="3356606"/>
            <a:ext cx="5341521" cy="205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AYUDA A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COMPR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ENDER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 DI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RIB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UCIÓN FÍSIC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LOS COMPONENTES Y LAS COMUNICACIONES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NECESA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RI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AS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 E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FU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NC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IO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AMI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ENT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 DE LA PLA</a:t>
            </a:r>
            <a:r>
              <a:rPr lang="en-US" sz="2400" strike="noStrike" u="none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TAFORMA.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6100" y="9916669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7852" y="9677909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03529" y="9510143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5436" y="9677909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5983512" y="-1379167"/>
            <a:ext cx="1337815" cy="4096149"/>
            <a:chOff x="0" y="0"/>
            <a:chExt cx="352346" cy="1078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2346" cy="1078821"/>
            </a:xfrm>
            <a:custGeom>
              <a:avLst/>
              <a:gdLst/>
              <a:ahLst/>
              <a:cxnLst/>
              <a:rect r="r" b="b" t="t" l="l"/>
              <a:pathLst>
                <a:path h="1078821" w="352346">
                  <a:moveTo>
                    <a:pt x="176173" y="0"/>
                  </a:moveTo>
                  <a:lnTo>
                    <a:pt x="176173" y="0"/>
                  </a:lnTo>
                  <a:cubicBezTo>
                    <a:pt x="222897" y="0"/>
                    <a:pt x="267707" y="18561"/>
                    <a:pt x="300746" y="51600"/>
                  </a:cubicBezTo>
                  <a:cubicBezTo>
                    <a:pt x="333785" y="84639"/>
                    <a:pt x="352346" y="129449"/>
                    <a:pt x="352346" y="176173"/>
                  </a:cubicBezTo>
                  <a:lnTo>
                    <a:pt x="352346" y="902648"/>
                  </a:lnTo>
                  <a:cubicBezTo>
                    <a:pt x="352346" y="999946"/>
                    <a:pt x="273471" y="1078821"/>
                    <a:pt x="176173" y="1078821"/>
                  </a:cubicBezTo>
                  <a:lnTo>
                    <a:pt x="176173" y="1078821"/>
                  </a:lnTo>
                  <a:cubicBezTo>
                    <a:pt x="129449" y="1078821"/>
                    <a:pt x="84639" y="1060260"/>
                    <a:pt x="51600" y="1027221"/>
                  </a:cubicBezTo>
                  <a:cubicBezTo>
                    <a:pt x="18561" y="994182"/>
                    <a:pt x="0" y="949372"/>
                    <a:pt x="0" y="902648"/>
                  </a:cubicBezTo>
                  <a:lnTo>
                    <a:pt x="0" y="176173"/>
                  </a:lnTo>
                  <a:cubicBezTo>
                    <a:pt x="0" y="78875"/>
                    <a:pt x="78875" y="0"/>
                    <a:pt x="176173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2346" cy="1116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8904" y="1579490"/>
            <a:ext cx="239174" cy="233086"/>
          </a:xfrm>
          <a:custGeom>
            <a:avLst/>
            <a:gdLst/>
            <a:ahLst/>
            <a:cxnLst/>
            <a:rect r="r" b="b" t="t" l="l"/>
            <a:pathLst>
              <a:path h="233086" w="239174">
                <a:moveTo>
                  <a:pt x="0" y="0"/>
                </a:moveTo>
                <a:lnTo>
                  <a:pt x="239174" y="0"/>
                </a:lnTo>
                <a:lnTo>
                  <a:pt x="239174" y="233086"/>
                </a:lnTo>
                <a:lnTo>
                  <a:pt x="0" y="233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8904" y="2286799"/>
            <a:ext cx="239174" cy="233086"/>
          </a:xfrm>
          <a:custGeom>
            <a:avLst/>
            <a:gdLst/>
            <a:ahLst/>
            <a:cxnLst/>
            <a:rect r="r" b="b" t="t" l="l"/>
            <a:pathLst>
              <a:path h="233086" w="239174">
                <a:moveTo>
                  <a:pt x="0" y="0"/>
                </a:moveTo>
                <a:lnTo>
                  <a:pt x="239174" y="0"/>
                </a:lnTo>
                <a:lnTo>
                  <a:pt x="239174" y="233086"/>
                </a:lnTo>
                <a:lnTo>
                  <a:pt x="0" y="233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8904" y="2652750"/>
            <a:ext cx="239174" cy="233086"/>
          </a:xfrm>
          <a:custGeom>
            <a:avLst/>
            <a:gdLst/>
            <a:ahLst/>
            <a:cxnLst/>
            <a:rect r="r" b="b" t="t" l="l"/>
            <a:pathLst>
              <a:path h="233086" w="239174">
                <a:moveTo>
                  <a:pt x="0" y="0"/>
                </a:moveTo>
                <a:lnTo>
                  <a:pt x="239174" y="0"/>
                </a:lnTo>
                <a:lnTo>
                  <a:pt x="239174" y="233085"/>
                </a:lnTo>
                <a:lnTo>
                  <a:pt x="0" y="233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8904" y="3045795"/>
            <a:ext cx="239174" cy="233086"/>
          </a:xfrm>
          <a:custGeom>
            <a:avLst/>
            <a:gdLst/>
            <a:ahLst/>
            <a:cxnLst/>
            <a:rect r="r" b="b" t="t" l="l"/>
            <a:pathLst>
              <a:path h="233086" w="239174">
                <a:moveTo>
                  <a:pt x="0" y="0"/>
                </a:moveTo>
                <a:lnTo>
                  <a:pt x="239174" y="0"/>
                </a:lnTo>
                <a:lnTo>
                  <a:pt x="239174" y="233085"/>
                </a:lnTo>
                <a:lnTo>
                  <a:pt x="0" y="233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8904" y="3714603"/>
            <a:ext cx="239174" cy="233086"/>
          </a:xfrm>
          <a:custGeom>
            <a:avLst/>
            <a:gdLst/>
            <a:ahLst/>
            <a:cxnLst/>
            <a:rect r="r" b="b" t="t" l="l"/>
            <a:pathLst>
              <a:path h="233086" w="239174">
                <a:moveTo>
                  <a:pt x="0" y="0"/>
                </a:moveTo>
                <a:lnTo>
                  <a:pt x="239174" y="0"/>
                </a:lnTo>
                <a:lnTo>
                  <a:pt x="239174" y="233085"/>
                </a:lnTo>
                <a:lnTo>
                  <a:pt x="0" y="233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68576" y="1459469"/>
            <a:ext cx="10900415" cy="8697276"/>
          </a:xfrm>
          <a:custGeom>
            <a:avLst/>
            <a:gdLst/>
            <a:ahLst/>
            <a:cxnLst/>
            <a:rect r="r" b="b" t="t" l="l"/>
            <a:pathLst>
              <a:path h="8697276" w="10900415">
                <a:moveTo>
                  <a:pt x="0" y="0"/>
                </a:moveTo>
                <a:lnTo>
                  <a:pt x="10900414" y="0"/>
                </a:lnTo>
                <a:lnTo>
                  <a:pt x="10900414" y="8697275"/>
                </a:lnTo>
                <a:lnTo>
                  <a:pt x="0" y="8697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104299"/>
            <a:ext cx="5768846" cy="1453077"/>
            <a:chOff x="0" y="0"/>
            <a:chExt cx="7691795" cy="193743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9050"/>
              <a:ext cx="7691795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HEURÍSTICA DE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289163" y="758876"/>
              <a:ext cx="5402632" cy="117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NIELSEN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26886" y="1558873"/>
            <a:ext cx="4539425" cy="50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CONSISTENCIA ENTRE EL SISTEMA Y EL MUNDO REAL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81659" y="220661"/>
            <a:ext cx="5341521" cy="93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b="true" sz="6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6886" y="2271897"/>
            <a:ext cx="4539425" cy="2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CONSISTENCIA Y ESTANDARES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6886" y="2652897"/>
            <a:ext cx="4539425" cy="2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PREVENCION DE ERRORES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6886" y="3033897"/>
            <a:ext cx="4539425" cy="50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RECONOCIMIENTO EN LUGAR DE RECUERDO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6886" y="3714750"/>
            <a:ext cx="4539425" cy="2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DISEÑO ESTETICO Y MINIMALISTA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119260" y="5143500"/>
            <a:ext cx="3377740" cy="1382927"/>
            <a:chOff x="0" y="0"/>
            <a:chExt cx="4503654" cy="184390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28575"/>
              <a:ext cx="4503654" cy="929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72"/>
                </a:lnSpc>
              </a:pPr>
              <a:r>
                <a:rPr lang="en-US" b="true" sz="4712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ESTÁNDAR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15656" y="725751"/>
              <a:ext cx="2987998" cy="1118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46"/>
                </a:lnSpc>
              </a:pPr>
              <a:r>
                <a:rPr lang="en-US" b="true" sz="5655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WCAG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88904" y="6545477"/>
            <a:ext cx="4608096" cy="3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6"/>
              </a:lnSpc>
              <a:spcBef>
                <a:spcPct val="0"/>
              </a:spcBef>
            </a:pPr>
            <a:r>
              <a:rPr lang="en-US" b="true" sz="235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PERCEPTIBLE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99500" y="6895052"/>
            <a:ext cx="3297500" cy="27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ALTERNATIVAS DE TEXTO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8904" y="7601231"/>
            <a:ext cx="4608096" cy="3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6"/>
              </a:lnSpc>
              <a:spcBef>
                <a:spcPct val="0"/>
              </a:spcBef>
            </a:pPr>
            <a:r>
              <a:rPr lang="en-US" b="true" sz="235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OPERABLE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99500" y="7950806"/>
            <a:ext cx="3297500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ATAQUES EPILEPTICOS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8904" y="8656985"/>
            <a:ext cx="4608096" cy="3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6"/>
              </a:lnSpc>
              <a:spcBef>
                <a:spcPct val="0"/>
              </a:spcBef>
            </a:pPr>
            <a:r>
              <a:rPr lang="en-US" b="true" sz="2356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COMPRENSIBLE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99500" y="9006560"/>
            <a:ext cx="3297500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LEGIBLE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641538" y="323859"/>
            <a:ext cx="3372022" cy="1013955"/>
            <a:chOff x="0" y="0"/>
            <a:chExt cx="4496029" cy="135194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28575"/>
              <a:ext cx="4496029" cy="680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77"/>
                </a:lnSpc>
              </a:pPr>
              <a:r>
                <a:rPr lang="en-US" b="true" sz="3489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CHECKLIST DE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94830" y="531532"/>
              <a:ext cx="3501199" cy="820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72"/>
                </a:lnSpc>
              </a:pPr>
              <a:r>
                <a:rPr lang="en-US" b="true" sz="4186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CALIDAD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641538" y="86883"/>
            <a:ext cx="3554490" cy="32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b="true" sz="2248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PRIMER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99500" y="7164376"/>
            <a:ext cx="3297500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DISTINGUIBLE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99500" y="8220130"/>
            <a:ext cx="3297500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NAVEGACIÓN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99500" y="9275884"/>
            <a:ext cx="3297500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PREVISIBLE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99500" y="9559574"/>
            <a:ext cx="3297500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ASISTENCIA DE ENTRADA DE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66448" y="9828899"/>
            <a:ext cx="930552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DATOS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23287" y="6895052"/>
            <a:ext cx="395973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1.1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23287" y="7164376"/>
            <a:ext cx="395973" cy="2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  <a:spcBef>
                <a:spcPct val="0"/>
              </a:spcBef>
            </a:pPr>
            <a:r>
              <a:rPr lang="en-US" sz="188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1.4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8299" y="7963922"/>
            <a:ext cx="385948" cy="25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4"/>
              </a:lnSpc>
              <a:spcBef>
                <a:spcPct val="0"/>
              </a:spcBef>
            </a:pPr>
            <a:r>
              <a:rPr lang="en-US" sz="1837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2.3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33312" y="8236838"/>
            <a:ext cx="375923" cy="25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2.4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33312" y="9023267"/>
            <a:ext cx="375923" cy="25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3.1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33312" y="9292592"/>
            <a:ext cx="375923" cy="25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3.2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33312" y="9576281"/>
            <a:ext cx="375923" cy="25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3.3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888904" y="4154467"/>
            <a:ext cx="239174" cy="233086"/>
          </a:xfrm>
          <a:custGeom>
            <a:avLst/>
            <a:gdLst/>
            <a:ahLst/>
            <a:cxnLst/>
            <a:rect r="r" b="b" t="t" l="l"/>
            <a:pathLst>
              <a:path h="233086" w="239174">
                <a:moveTo>
                  <a:pt x="0" y="0"/>
                </a:moveTo>
                <a:lnTo>
                  <a:pt x="239174" y="0"/>
                </a:lnTo>
                <a:lnTo>
                  <a:pt x="239174" y="233086"/>
                </a:lnTo>
                <a:lnTo>
                  <a:pt x="0" y="233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326886" y="4139565"/>
            <a:ext cx="4539425" cy="50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AYUDA A LOS USUARIOS A RECONOCER ERRORES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84325" y="9332585"/>
            <a:ext cx="1034859" cy="1147188"/>
          </a:xfrm>
          <a:custGeom>
            <a:avLst/>
            <a:gdLst/>
            <a:ahLst/>
            <a:cxnLst/>
            <a:rect r="r" b="b" t="t" l="l"/>
            <a:pathLst>
              <a:path h="1147188" w="1034859">
                <a:moveTo>
                  <a:pt x="0" y="0"/>
                </a:moveTo>
                <a:lnTo>
                  <a:pt x="1034859" y="0"/>
                </a:lnTo>
                <a:lnTo>
                  <a:pt x="1034859" y="1147188"/>
                </a:lnTo>
                <a:lnTo>
                  <a:pt x="0" y="11471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16077" y="9093825"/>
            <a:ext cx="371355" cy="367008"/>
          </a:xfrm>
          <a:custGeom>
            <a:avLst/>
            <a:gdLst/>
            <a:ahLst/>
            <a:cxnLst/>
            <a:rect r="r" b="b" t="t" l="l"/>
            <a:pathLst>
              <a:path h="367008" w="371355">
                <a:moveTo>
                  <a:pt x="0" y="0"/>
                </a:moveTo>
                <a:lnTo>
                  <a:pt x="371355" y="0"/>
                </a:lnTo>
                <a:lnTo>
                  <a:pt x="371355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01754" y="8926058"/>
            <a:ext cx="702541" cy="702541"/>
          </a:xfrm>
          <a:custGeom>
            <a:avLst/>
            <a:gdLst/>
            <a:ahLst/>
            <a:cxnLst/>
            <a:rect r="r" b="b" t="t" l="l"/>
            <a:pathLst>
              <a:path h="702541" w="702541">
                <a:moveTo>
                  <a:pt x="0" y="0"/>
                </a:moveTo>
                <a:lnTo>
                  <a:pt x="702541" y="0"/>
                </a:lnTo>
                <a:lnTo>
                  <a:pt x="702541" y="702541"/>
                </a:lnTo>
                <a:lnTo>
                  <a:pt x="0" y="7025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53661" y="9093825"/>
            <a:ext cx="204301" cy="367008"/>
          </a:xfrm>
          <a:custGeom>
            <a:avLst/>
            <a:gdLst/>
            <a:ahLst/>
            <a:cxnLst/>
            <a:rect r="r" b="b" t="t" l="l"/>
            <a:pathLst>
              <a:path h="367008" w="204301">
                <a:moveTo>
                  <a:pt x="0" y="0"/>
                </a:moveTo>
                <a:lnTo>
                  <a:pt x="204301" y="0"/>
                </a:lnTo>
                <a:lnTo>
                  <a:pt x="204301" y="367008"/>
                </a:lnTo>
                <a:lnTo>
                  <a:pt x="0" y="3670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88397" y="-5458348"/>
            <a:ext cx="1831158" cy="19220773"/>
            <a:chOff x="0" y="0"/>
            <a:chExt cx="482280" cy="5062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280" cy="5062261"/>
            </a:xfrm>
            <a:custGeom>
              <a:avLst/>
              <a:gdLst/>
              <a:ahLst/>
              <a:cxnLst/>
              <a:rect r="r" b="b" t="t" l="l"/>
              <a:pathLst>
                <a:path h="5062261" w="482280">
                  <a:moveTo>
                    <a:pt x="215622" y="0"/>
                  </a:moveTo>
                  <a:lnTo>
                    <a:pt x="266658" y="0"/>
                  </a:lnTo>
                  <a:cubicBezTo>
                    <a:pt x="385743" y="0"/>
                    <a:pt x="482280" y="96537"/>
                    <a:pt x="482280" y="215622"/>
                  </a:cubicBezTo>
                  <a:lnTo>
                    <a:pt x="482280" y="4846639"/>
                  </a:lnTo>
                  <a:cubicBezTo>
                    <a:pt x="482280" y="4965724"/>
                    <a:pt x="385743" y="5062261"/>
                    <a:pt x="266658" y="5062261"/>
                  </a:cubicBezTo>
                  <a:lnTo>
                    <a:pt x="215622" y="5062261"/>
                  </a:lnTo>
                  <a:cubicBezTo>
                    <a:pt x="96537" y="5062261"/>
                    <a:pt x="0" y="4965724"/>
                    <a:pt x="0" y="4846639"/>
                  </a:cubicBezTo>
                  <a:lnTo>
                    <a:pt x="0" y="215622"/>
                  </a:lnTo>
                  <a:cubicBezTo>
                    <a:pt x="0" y="96537"/>
                    <a:pt x="96537" y="0"/>
                    <a:pt x="215622" y="0"/>
                  </a:cubicBezTo>
                  <a:close/>
                </a:path>
              </a:pathLst>
            </a:custGeom>
            <a:solidFill>
              <a:srgbClr val="1439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2280" cy="510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325" y="9064291"/>
            <a:ext cx="1276883" cy="1415482"/>
          </a:xfrm>
          <a:custGeom>
            <a:avLst/>
            <a:gdLst/>
            <a:ahLst/>
            <a:cxnLst/>
            <a:rect r="r" b="b" t="t" l="l"/>
            <a:pathLst>
              <a:path h="1415482" w="1276883">
                <a:moveTo>
                  <a:pt x="0" y="0"/>
                </a:moveTo>
                <a:lnTo>
                  <a:pt x="1276882" y="0"/>
                </a:lnTo>
                <a:lnTo>
                  <a:pt x="1276882" y="1415482"/>
                </a:lnTo>
                <a:lnTo>
                  <a:pt x="0" y="141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3664" y="8769692"/>
            <a:ext cx="458204" cy="452840"/>
          </a:xfrm>
          <a:custGeom>
            <a:avLst/>
            <a:gdLst/>
            <a:ahLst/>
            <a:cxnLst/>
            <a:rect r="r" b="b" t="t" l="l"/>
            <a:pathLst>
              <a:path h="452840" w="458204">
                <a:moveTo>
                  <a:pt x="0" y="0"/>
                </a:moveTo>
                <a:lnTo>
                  <a:pt x="458204" y="0"/>
                </a:lnTo>
                <a:lnTo>
                  <a:pt x="458204" y="452840"/>
                </a:lnTo>
                <a:lnTo>
                  <a:pt x="0" y="45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2766" y="8562690"/>
            <a:ext cx="866844" cy="866844"/>
          </a:xfrm>
          <a:custGeom>
            <a:avLst/>
            <a:gdLst/>
            <a:ahLst/>
            <a:cxnLst/>
            <a:rect r="r" b="b" t="t" l="l"/>
            <a:pathLst>
              <a:path h="866844" w="866844">
                <a:moveTo>
                  <a:pt x="0" y="0"/>
                </a:moveTo>
                <a:lnTo>
                  <a:pt x="866845" y="0"/>
                </a:lnTo>
                <a:lnTo>
                  <a:pt x="866845" y="866844"/>
                </a:lnTo>
                <a:lnTo>
                  <a:pt x="0" y="866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876" y="8769692"/>
            <a:ext cx="252081" cy="452840"/>
          </a:xfrm>
          <a:custGeom>
            <a:avLst/>
            <a:gdLst/>
            <a:ahLst/>
            <a:cxnLst/>
            <a:rect r="r" b="b" t="t" l="l"/>
            <a:pathLst>
              <a:path h="452840" w="252081">
                <a:moveTo>
                  <a:pt x="0" y="0"/>
                </a:moveTo>
                <a:lnTo>
                  <a:pt x="252082" y="0"/>
                </a:lnTo>
                <a:lnTo>
                  <a:pt x="252082" y="452840"/>
                </a:lnTo>
                <a:lnTo>
                  <a:pt x="0" y="452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28397" y="2202520"/>
            <a:ext cx="9344520" cy="2301088"/>
          </a:xfrm>
          <a:custGeom>
            <a:avLst/>
            <a:gdLst/>
            <a:ahLst/>
            <a:cxnLst/>
            <a:rect r="r" b="b" t="t" l="l"/>
            <a:pathLst>
              <a:path h="2301088" w="9344520">
                <a:moveTo>
                  <a:pt x="0" y="0"/>
                </a:moveTo>
                <a:lnTo>
                  <a:pt x="9344520" y="0"/>
                </a:lnTo>
                <a:lnTo>
                  <a:pt x="9344520" y="2301089"/>
                </a:lnTo>
                <a:lnTo>
                  <a:pt x="0" y="23010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92925" y="5865684"/>
            <a:ext cx="3815464" cy="102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6"/>
              </a:lnSpc>
            </a:pPr>
            <a:r>
              <a:rPr lang="en-US" b="true" sz="7014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GRACIAS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34226" y="7059479"/>
            <a:ext cx="8132862" cy="102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6"/>
              </a:lnSpc>
            </a:pPr>
            <a:r>
              <a:rPr lang="en-US" b="true" sz="7014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DAHKbWOkRPQ</dc:identifier>
  <dcterms:modified xsi:type="dcterms:W3CDTF">2011-08-01T06:04:30Z</dcterms:modified>
  <cp:revision>1</cp:revision>
  <dc:title>PPT UNILIB EV2</dc:title>
</cp:coreProperties>
</file>